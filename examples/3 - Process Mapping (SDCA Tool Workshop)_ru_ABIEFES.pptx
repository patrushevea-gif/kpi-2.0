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00" r:id="rId4"/>
    <p:sldMasterId id="2147487382" r:id="rId5"/>
  </p:sldMasterIdLst>
  <p:notesMasterIdLst>
    <p:notesMasterId r:id="rId27"/>
  </p:notesMasterIdLst>
  <p:handoutMasterIdLst>
    <p:handoutMasterId r:id="rId28"/>
  </p:handoutMasterIdLst>
  <p:sldIdLst>
    <p:sldId id="1230" r:id="rId6"/>
    <p:sldId id="1132" r:id="rId7"/>
    <p:sldId id="1242" r:id="rId8"/>
    <p:sldId id="1088" r:id="rId9"/>
    <p:sldId id="1212" r:id="rId10"/>
    <p:sldId id="1245" r:id="rId11"/>
    <p:sldId id="1207" r:id="rId12"/>
    <p:sldId id="1246" r:id="rId13"/>
    <p:sldId id="1184" r:id="rId14"/>
    <p:sldId id="1247" r:id="rId15"/>
    <p:sldId id="1248" r:id="rId16"/>
    <p:sldId id="1249" r:id="rId17"/>
    <p:sldId id="1213" r:id="rId18"/>
    <p:sldId id="1158" r:id="rId19"/>
    <p:sldId id="1252" r:id="rId20"/>
    <p:sldId id="1153" r:id="rId21"/>
    <p:sldId id="1223" r:id="rId22"/>
    <p:sldId id="1244" r:id="rId23"/>
    <p:sldId id="1250" r:id="rId24"/>
    <p:sldId id="1251" r:id="rId25"/>
    <p:sldId id="1233" r:id="rId26"/>
  </p:sldIdLst>
  <p:sldSz cx="9144000" cy="5143500" type="screen16x9"/>
  <p:notesSz cx="7010400" cy="9296400"/>
  <p:defaultTextStyle>
    <a:defPPr>
      <a:defRPr lang="en-US"/>
    </a:defPPr>
    <a:lvl1pPr algn="l" rtl="0" fontAlgn="base">
      <a:spcBef>
        <a:spcPct val="0"/>
      </a:spcBef>
      <a:spcAft>
        <a:spcPct val="0"/>
      </a:spcAft>
      <a:defRPr sz="1000" kern="1200">
        <a:solidFill>
          <a:schemeClr val="tx1"/>
        </a:solidFill>
        <a:latin typeface="Verdana" pitchFamily="34" charset="0"/>
        <a:ea typeface="+mn-ea"/>
        <a:cs typeface="Arial" charset="0"/>
      </a:defRPr>
    </a:lvl1pPr>
    <a:lvl2pPr marL="457200" algn="l" rtl="0" fontAlgn="base">
      <a:spcBef>
        <a:spcPct val="0"/>
      </a:spcBef>
      <a:spcAft>
        <a:spcPct val="0"/>
      </a:spcAft>
      <a:defRPr sz="1000" kern="1200">
        <a:solidFill>
          <a:schemeClr val="tx1"/>
        </a:solidFill>
        <a:latin typeface="Verdana" pitchFamily="34" charset="0"/>
        <a:ea typeface="+mn-ea"/>
        <a:cs typeface="Arial" charset="0"/>
      </a:defRPr>
    </a:lvl2pPr>
    <a:lvl3pPr marL="914400" algn="l" rtl="0" fontAlgn="base">
      <a:spcBef>
        <a:spcPct val="0"/>
      </a:spcBef>
      <a:spcAft>
        <a:spcPct val="0"/>
      </a:spcAft>
      <a:defRPr sz="1000" kern="1200">
        <a:solidFill>
          <a:schemeClr val="tx1"/>
        </a:solidFill>
        <a:latin typeface="Verdana" pitchFamily="34" charset="0"/>
        <a:ea typeface="+mn-ea"/>
        <a:cs typeface="Arial" charset="0"/>
      </a:defRPr>
    </a:lvl3pPr>
    <a:lvl4pPr marL="1371600" algn="l" rtl="0" fontAlgn="base">
      <a:spcBef>
        <a:spcPct val="0"/>
      </a:spcBef>
      <a:spcAft>
        <a:spcPct val="0"/>
      </a:spcAft>
      <a:defRPr sz="1000" kern="1200">
        <a:solidFill>
          <a:schemeClr val="tx1"/>
        </a:solidFill>
        <a:latin typeface="Verdana" pitchFamily="34" charset="0"/>
        <a:ea typeface="+mn-ea"/>
        <a:cs typeface="Arial" charset="0"/>
      </a:defRPr>
    </a:lvl4pPr>
    <a:lvl5pPr marL="1828800" algn="l" rtl="0" fontAlgn="base">
      <a:spcBef>
        <a:spcPct val="0"/>
      </a:spcBef>
      <a:spcAft>
        <a:spcPct val="0"/>
      </a:spcAft>
      <a:defRPr sz="1000" kern="1200">
        <a:solidFill>
          <a:schemeClr val="tx1"/>
        </a:solidFill>
        <a:latin typeface="Verdana" pitchFamily="34" charset="0"/>
        <a:ea typeface="+mn-ea"/>
        <a:cs typeface="Arial" charset="0"/>
      </a:defRPr>
    </a:lvl5pPr>
    <a:lvl6pPr marL="2286000" algn="l" defTabSz="914400" rtl="0" eaLnBrk="1" latinLnBrk="0" hangingPunct="1">
      <a:defRPr sz="1000" kern="1200">
        <a:solidFill>
          <a:schemeClr val="tx1"/>
        </a:solidFill>
        <a:latin typeface="Verdana" pitchFamily="34" charset="0"/>
        <a:ea typeface="+mn-ea"/>
        <a:cs typeface="Arial" charset="0"/>
      </a:defRPr>
    </a:lvl6pPr>
    <a:lvl7pPr marL="2743200" algn="l" defTabSz="914400" rtl="0" eaLnBrk="1" latinLnBrk="0" hangingPunct="1">
      <a:defRPr sz="1000" kern="1200">
        <a:solidFill>
          <a:schemeClr val="tx1"/>
        </a:solidFill>
        <a:latin typeface="Verdana" pitchFamily="34" charset="0"/>
        <a:ea typeface="+mn-ea"/>
        <a:cs typeface="Arial" charset="0"/>
      </a:defRPr>
    </a:lvl7pPr>
    <a:lvl8pPr marL="3200400" algn="l" defTabSz="914400" rtl="0" eaLnBrk="1" latinLnBrk="0" hangingPunct="1">
      <a:defRPr sz="1000" kern="1200">
        <a:solidFill>
          <a:schemeClr val="tx1"/>
        </a:solidFill>
        <a:latin typeface="Verdana" pitchFamily="34" charset="0"/>
        <a:ea typeface="+mn-ea"/>
        <a:cs typeface="Arial" charset="0"/>
      </a:defRPr>
    </a:lvl8pPr>
    <a:lvl9pPr marL="3657600" algn="l" defTabSz="914400" rtl="0" eaLnBrk="1" latinLnBrk="0" hangingPunct="1">
      <a:defRPr sz="1000" kern="1200">
        <a:solidFill>
          <a:schemeClr val="tx1"/>
        </a:solidFill>
        <a:latin typeface="Verdana" pitchFamily="34" charset="0"/>
        <a:ea typeface="+mn-ea"/>
        <a:cs typeface="Arial" charset="0"/>
      </a:defRPr>
    </a:lvl9pPr>
  </p:defaultTextStyle>
  <p:extLst>
    <p:ext uri="{EFAFB233-063F-42B5-8137-9DF3F51BA10A}">
      <p15:sldGuideLst xmlns:p15="http://schemas.microsoft.com/office/powerpoint/2012/main">
        <p15:guide id="1" orient="horz" pos="532">
          <p15:clr>
            <a:srgbClr val="A4A3A4"/>
          </p15:clr>
        </p15:guide>
        <p15:guide id="2" pos="4833">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777777"/>
    <a:srgbClr val="00B0F0"/>
    <a:srgbClr val="4F81BD"/>
    <a:srgbClr val="D24A4A"/>
    <a:srgbClr val="CC0000"/>
    <a:srgbClr val="CC6600"/>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832" autoAdjust="0"/>
    <p:restoredTop sz="83684" autoAdjust="0"/>
  </p:normalViewPr>
  <p:slideViewPr>
    <p:cSldViewPr snapToGrid="0">
      <p:cViewPr varScale="1">
        <p:scale>
          <a:sx n="95" d="100"/>
          <a:sy n="95" d="100"/>
        </p:scale>
        <p:origin x="1404" y="66"/>
      </p:cViewPr>
      <p:guideLst>
        <p:guide orient="horz" pos="532"/>
        <p:guide pos="4833"/>
      </p:guideLst>
    </p:cSldViewPr>
  </p:slideViewPr>
  <p:outlineViewPr>
    <p:cViewPr>
      <p:scale>
        <a:sx n="33" d="100"/>
        <a:sy n="33" d="100"/>
      </p:scale>
      <p:origin x="0" y="33390"/>
    </p:cViewPr>
  </p:outlineViewPr>
  <p:notesTextViewPr>
    <p:cViewPr>
      <p:scale>
        <a:sx n="80" d="100"/>
        <a:sy n="80" d="100"/>
      </p:scale>
      <p:origin x="0" y="0"/>
    </p:cViewPr>
  </p:notesTextViewPr>
  <p:sorterViewPr>
    <p:cViewPr>
      <p:scale>
        <a:sx n="70" d="100"/>
        <a:sy n="70" d="100"/>
      </p:scale>
      <p:origin x="0" y="0"/>
    </p:cViewPr>
  </p:sorterViewPr>
  <p:notesViewPr>
    <p:cSldViewPr snapToGrid="0">
      <p:cViewPr>
        <p:scale>
          <a:sx n="75" d="100"/>
          <a:sy n="75" d="100"/>
        </p:scale>
        <p:origin x="-2190" y="-78"/>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notesMaster" Target="notesMasters/notesMaster1.xml"/><Relationship Id="rId3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0" hangingPunct="0">
              <a:lnSpc>
                <a:spcPct val="100000"/>
              </a:lnSpc>
              <a:spcBef>
                <a:spcPct val="0"/>
              </a:spcBef>
              <a:defRPr sz="1200">
                <a:cs typeface="+mn-cs"/>
              </a:defRPr>
            </a:lvl1pPr>
          </a:lstStyle>
          <a:p>
            <a:pPr>
              <a:defRPr/>
            </a:pPr>
            <a:endParaRPr lang="pt-BR"/>
          </a:p>
        </p:txBody>
      </p:sp>
      <p:sp>
        <p:nvSpPr>
          <p:cNvPr id="24579" name="Rectangle 3"/>
          <p:cNvSpPr>
            <a:spLocks noGrp="1" noChangeArrowheads="1"/>
          </p:cNvSpPr>
          <p:nvPr>
            <p:ph type="dt" sz="quarter" idx="1"/>
          </p:nvPr>
        </p:nvSpPr>
        <p:spPr bwMode="auto">
          <a:xfrm>
            <a:off x="3971925" y="0"/>
            <a:ext cx="3038475"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lnSpc>
                <a:spcPct val="100000"/>
              </a:lnSpc>
              <a:spcBef>
                <a:spcPct val="0"/>
              </a:spcBef>
              <a:defRPr sz="1200">
                <a:cs typeface="+mn-cs"/>
              </a:defRPr>
            </a:lvl1pPr>
          </a:lstStyle>
          <a:p>
            <a:pPr>
              <a:defRPr/>
            </a:pPr>
            <a:r>
              <a:rPr lang="en-US"/>
              <a:t>3/21/07 6:50 PM</a:t>
            </a:r>
          </a:p>
        </p:txBody>
      </p:sp>
      <p:sp>
        <p:nvSpPr>
          <p:cNvPr id="24580" name="Rectangle 4"/>
          <p:cNvSpPr>
            <a:spLocks noGrp="1" noChangeArrowheads="1"/>
          </p:cNvSpPr>
          <p:nvPr>
            <p:ph type="ftr" sz="quarter" idx="2"/>
          </p:nvPr>
        </p:nvSpPr>
        <p:spPr bwMode="auto">
          <a:xfrm>
            <a:off x="0" y="8831263"/>
            <a:ext cx="3038475" cy="46513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0" hangingPunct="0">
              <a:lnSpc>
                <a:spcPct val="100000"/>
              </a:lnSpc>
              <a:spcBef>
                <a:spcPct val="0"/>
              </a:spcBef>
              <a:defRPr sz="1200">
                <a:cs typeface="+mn-cs"/>
              </a:defRPr>
            </a:lvl1pPr>
          </a:lstStyle>
          <a:p>
            <a:pPr>
              <a:defRPr/>
            </a:pPr>
            <a:endParaRPr lang="en-US"/>
          </a:p>
        </p:txBody>
      </p:sp>
      <p:sp>
        <p:nvSpPr>
          <p:cNvPr id="24581" name="Rectangle 5"/>
          <p:cNvSpPr>
            <a:spLocks noGrp="1" noChangeArrowheads="1"/>
          </p:cNvSpPr>
          <p:nvPr>
            <p:ph type="sldNum" sz="quarter" idx="3"/>
          </p:nvPr>
        </p:nvSpPr>
        <p:spPr bwMode="auto">
          <a:xfrm>
            <a:off x="3971925" y="8831263"/>
            <a:ext cx="3038475" cy="46513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lnSpc>
                <a:spcPct val="100000"/>
              </a:lnSpc>
              <a:spcBef>
                <a:spcPct val="0"/>
              </a:spcBef>
              <a:defRPr sz="1200">
                <a:cs typeface="+mn-cs"/>
              </a:defRPr>
            </a:lvl1pPr>
          </a:lstStyle>
          <a:p>
            <a:pPr>
              <a:defRPr/>
            </a:pPr>
            <a:fld id="{5AC3C1BA-4BC4-4839-9DE5-35CFC15B8184}" type="slidenum">
              <a:rPr lang="en-US"/>
              <a:pPr>
                <a:defRPr/>
              </a:pPr>
              <a:t>‹#›</a:t>
            </a:fld>
            <a:endParaRPr lang="en-US"/>
          </a:p>
        </p:txBody>
      </p:sp>
    </p:spTree>
    <p:extLst>
      <p:ext uri="{BB962C8B-B14F-4D97-AF65-F5344CB8AC3E}">
        <p14:creationId xmlns:p14="http://schemas.microsoft.com/office/powerpoint/2010/main" val="30484087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0" hangingPunct="0">
              <a:lnSpc>
                <a:spcPct val="100000"/>
              </a:lnSpc>
              <a:spcBef>
                <a:spcPct val="0"/>
              </a:spcBef>
              <a:defRPr sz="1200">
                <a:cs typeface="+mn-cs"/>
              </a:defRPr>
            </a:lvl1pPr>
          </a:lstStyle>
          <a:p>
            <a:pPr>
              <a:defRPr/>
            </a:pPr>
            <a:endParaRPr lang="en-US"/>
          </a:p>
        </p:txBody>
      </p:sp>
      <p:sp>
        <p:nvSpPr>
          <p:cNvPr id="26627" name="Rectangle 3"/>
          <p:cNvSpPr>
            <a:spLocks noGrp="1" noChangeArrowheads="1"/>
          </p:cNvSpPr>
          <p:nvPr>
            <p:ph type="dt" idx="1"/>
          </p:nvPr>
        </p:nvSpPr>
        <p:spPr bwMode="auto">
          <a:xfrm>
            <a:off x="3971925" y="0"/>
            <a:ext cx="3038475"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lnSpc>
                <a:spcPct val="100000"/>
              </a:lnSpc>
              <a:spcBef>
                <a:spcPct val="0"/>
              </a:spcBef>
              <a:defRPr sz="1200">
                <a:cs typeface="+mn-cs"/>
              </a:defRPr>
            </a:lvl1pPr>
          </a:lstStyle>
          <a:p>
            <a:pPr>
              <a:defRPr/>
            </a:pPr>
            <a:endParaRPr lang="en-US"/>
          </a:p>
        </p:txBody>
      </p:sp>
      <p:sp>
        <p:nvSpPr>
          <p:cNvPr id="48132" name="Rectangle 4"/>
          <p:cNvSpPr>
            <a:spLocks noGrp="1" noRot="1" noChangeAspect="1" noChangeArrowheads="1" noTextEdit="1"/>
          </p:cNvSpPr>
          <p:nvPr>
            <p:ph type="sldImg" idx="2"/>
          </p:nvPr>
        </p:nvSpPr>
        <p:spPr bwMode="auto">
          <a:xfrm>
            <a:off x="406400" y="696913"/>
            <a:ext cx="61976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9" name="Rectangle 5"/>
          <p:cNvSpPr>
            <a:spLocks noGrp="1" noChangeArrowheads="1"/>
          </p:cNvSpPr>
          <p:nvPr>
            <p:ph type="body" sz="quarter" idx="3"/>
          </p:nvPr>
        </p:nvSpPr>
        <p:spPr bwMode="auto">
          <a:xfrm>
            <a:off x="935038" y="4416425"/>
            <a:ext cx="5140325" cy="41830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p:txBody>
      </p:sp>
      <p:sp>
        <p:nvSpPr>
          <p:cNvPr id="26630" name="Rectangle 6"/>
          <p:cNvSpPr>
            <a:spLocks noGrp="1" noChangeArrowheads="1"/>
          </p:cNvSpPr>
          <p:nvPr>
            <p:ph type="ftr" sz="quarter" idx="4"/>
          </p:nvPr>
        </p:nvSpPr>
        <p:spPr bwMode="auto">
          <a:xfrm>
            <a:off x="0" y="8831263"/>
            <a:ext cx="3038475" cy="46513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0" hangingPunct="0">
              <a:lnSpc>
                <a:spcPct val="100000"/>
              </a:lnSpc>
              <a:spcBef>
                <a:spcPct val="0"/>
              </a:spcBef>
              <a:defRPr sz="1200">
                <a:cs typeface="+mn-cs"/>
              </a:defRPr>
            </a:lvl1pPr>
          </a:lstStyle>
          <a:p>
            <a:pPr>
              <a:defRPr/>
            </a:pPr>
            <a:endParaRPr lang="en-US"/>
          </a:p>
        </p:txBody>
      </p:sp>
      <p:sp>
        <p:nvSpPr>
          <p:cNvPr id="26631" name="Rectangle 7"/>
          <p:cNvSpPr>
            <a:spLocks noGrp="1" noChangeArrowheads="1"/>
          </p:cNvSpPr>
          <p:nvPr>
            <p:ph type="sldNum" sz="quarter" idx="5"/>
          </p:nvPr>
        </p:nvSpPr>
        <p:spPr bwMode="auto">
          <a:xfrm>
            <a:off x="3971925" y="8831263"/>
            <a:ext cx="3038475" cy="46513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lnSpc>
                <a:spcPct val="100000"/>
              </a:lnSpc>
              <a:spcBef>
                <a:spcPct val="0"/>
              </a:spcBef>
              <a:defRPr sz="1200">
                <a:cs typeface="+mn-cs"/>
              </a:defRPr>
            </a:lvl1pPr>
          </a:lstStyle>
          <a:p>
            <a:pPr>
              <a:defRPr/>
            </a:pPr>
            <a:fld id="{6581A4AC-3604-4844-9327-C24ACB080ED8}" type="slidenum">
              <a:rPr lang="en-US"/>
              <a:pPr>
                <a:defRPr/>
              </a:pPr>
              <a:t>‹#›</a:t>
            </a:fld>
            <a:endParaRPr lang="en-US"/>
          </a:p>
        </p:txBody>
      </p:sp>
    </p:spTree>
    <p:extLst>
      <p:ext uri="{BB962C8B-B14F-4D97-AF65-F5344CB8AC3E}">
        <p14:creationId xmlns:p14="http://schemas.microsoft.com/office/powerpoint/2010/main" val="235233044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0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000" kern="1200">
        <a:solidFill>
          <a:schemeClr val="tx1"/>
        </a:solidFill>
        <a:latin typeface="Times" pitchFamily="18" charset="0"/>
        <a:ea typeface="+mn-ea"/>
        <a:cs typeface="+mn-cs"/>
      </a:defRPr>
    </a:lvl3pPr>
    <a:lvl4pPr marL="1600200" indent="-228600" algn="l" rtl="0" eaLnBrk="0" fontAlgn="base" hangingPunct="0">
      <a:spcBef>
        <a:spcPct val="30000"/>
      </a:spcBef>
      <a:spcAft>
        <a:spcPct val="0"/>
      </a:spcAft>
      <a:defRPr sz="1000" kern="1200">
        <a:solidFill>
          <a:schemeClr val="tx1"/>
        </a:solidFill>
        <a:latin typeface="Verdana" pitchFamily="34" charset="0"/>
        <a:ea typeface="+mn-ea"/>
        <a:cs typeface="+mn-cs"/>
      </a:defRPr>
    </a:lvl4pPr>
    <a:lvl5pPr marL="2057400" indent="-228600" algn="l" rtl="0" eaLnBrk="0" fontAlgn="base" hangingPunct="0">
      <a:spcBef>
        <a:spcPct val="30000"/>
      </a:spcBef>
      <a:spcAft>
        <a:spcPct val="0"/>
      </a:spcAft>
      <a:defRPr sz="1000" kern="1200">
        <a:solidFill>
          <a:schemeClr val="tx1"/>
        </a:solidFill>
        <a:latin typeface="Verdan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10"/>
          </p:nvPr>
        </p:nvSpPr>
        <p:spPr/>
        <p:txBody>
          <a:bodyPr/>
          <a:lstStyle/>
          <a:p>
            <a:pPr>
              <a:defRPr/>
            </a:pPr>
            <a:fld id="{6581A4AC-3604-4844-9327-C24ACB080ED8}" type="slidenum">
              <a:rPr lang="en-US" smtClean="0"/>
              <a:pPr>
                <a:defRPr/>
              </a:pPr>
              <a:t>1</a:t>
            </a:fld>
            <a:endParaRPr lang="en-US"/>
          </a:p>
        </p:txBody>
      </p:sp>
    </p:spTree>
    <p:extLst>
      <p:ext uri="{BB962C8B-B14F-4D97-AF65-F5344CB8AC3E}">
        <p14:creationId xmlns:p14="http://schemas.microsoft.com/office/powerpoint/2010/main" val="16983802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txBox="1">
            <a:spLocks noGrp="1" noChangeArrowheads="1"/>
          </p:cNvSpPr>
          <p:nvPr/>
        </p:nvSpPr>
        <p:spPr bwMode="auto">
          <a:xfrm>
            <a:off x="3971925" y="8831263"/>
            <a:ext cx="3038475"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30000"/>
              </a:spcBef>
              <a:defRPr sz="1000">
                <a:solidFill>
                  <a:schemeClr val="tx1"/>
                </a:solidFill>
                <a:latin typeface="Times"/>
              </a:defRPr>
            </a:lvl1pPr>
            <a:lvl2pPr marL="742950" indent="-285750" eaLnBrk="0" hangingPunct="0">
              <a:spcBef>
                <a:spcPct val="30000"/>
              </a:spcBef>
              <a:defRPr sz="1000">
                <a:solidFill>
                  <a:schemeClr val="tx1"/>
                </a:solidFill>
                <a:latin typeface="Times"/>
              </a:defRPr>
            </a:lvl2pPr>
            <a:lvl3pPr marL="1143000" indent="-228600" eaLnBrk="0" hangingPunct="0">
              <a:spcBef>
                <a:spcPct val="30000"/>
              </a:spcBef>
              <a:defRPr sz="1000">
                <a:solidFill>
                  <a:schemeClr val="tx1"/>
                </a:solidFill>
                <a:latin typeface="Times"/>
              </a:defRPr>
            </a:lvl3pPr>
            <a:lvl4pPr marL="1600200" indent="-228600" eaLnBrk="0" hangingPunct="0">
              <a:spcBef>
                <a:spcPct val="30000"/>
              </a:spcBef>
              <a:defRPr sz="1000">
                <a:solidFill>
                  <a:schemeClr val="tx1"/>
                </a:solidFill>
                <a:latin typeface="Verdana" pitchFamily="34" charset="0"/>
              </a:defRPr>
            </a:lvl4pPr>
            <a:lvl5pPr marL="2057400" indent="-228600" eaLnBrk="0" hangingPunct="0">
              <a:spcBef>
                <a:spcPct val="30000"/>
              </a:spcBef>
              <a:defRPr sz="1000">
                <a:solidFill>
                  <a:schemeClr val="tx1"/>
                </a:solidFill>
                <a:latin typeface="Verdana" pitchFamily="34" charset="0"/>
              </a:defRPr>
            </a:lvl5pPr>
            <a:lvl6pPr marL="2514600" indent="-228600" eaLnBrk="0" fontAlgn="base" hangingPunct="0">
              <a:spcBef>
                <a:spcPct val="30000"/>
              </a:spcBef>
              <a:spcAft>
                <a:spcPct val="0"/>
              </a:spcAft>
              <a:defRPr sz="1000">
                <a:solidFill>
                  <a:schemeClr val="tx1"/>
                </a:solidFill>
                <a:latin typeface="Verdana" pitchFamily="34" charset="0"/>
              </a:defRPr>
            </a:lvl6pPr>
            <a:lvl7pPr marL="2971800" indent="-228600" eaLnBrk="0" fontAlgn="base" hangingPunct="0">
              <a:spcBef>
                <a:spcPct val="30000"/>
              </a:spcBef>
              <a:spcAft>
                <a:spcPct val="0"/>
              </a:spcAft>
              <a:defRPr sz="1000">
                <a:solidFill>
                  <a:schemeClr val="tx1"/>
                </a:solidFill>
                <a:latin typeface="Verdana" pitchFamily="34" charset="0"/>
              </a:defRPr>
            </a:lvl7pPr>
            <a:lvl8pPr marL="3429000" indent="-228600" eaLnBrk="0" fontAlgn="base" hangingPunct="0">
              <a:spcBef>
                <a:spcPct val="30000"/>
              </a:spcBef>
              <a:spcAft>
                <a:spcPct val="0"/>
              </a:spcAft>
              <a:defRPr sz="1000">
                <a:solidFill>
                  <a:schemeClr val="tx1"/>
                </a:solidFill>
                <a:latin typeface="Verdana" pitchFamily="34" charset="0"/>
              </a:defRPr>
            </a:lvl8pPr>
            <a:lvl9pPr marL="3886200" indent="-228600" eaLnBrk="0" fontAlgn="base" hangingPunct="0">
              <a:spcBef>
                <a:spcPct val="30000"/>
              </a:spcBef>
              <a:spcAft>
                <a:spcPct val="0"/>
              </a:spcAft>
              <a:defRPr sz="1000">
                <a:solidFill>
                  <a:schemeClr val="tx1"/>
                </a:solidFill>
                <a:latin typeface="Verdana" pitchFamily="34" charset="0"/>
              </a:defRPr>
            </a:lvl9pPr>
          </a:lstStyle>
          <a:p>
            <a:pPr algn="r">
              <a:spcBef>
                <a:spcPct val="0"/>
              </a:spcBef>
            </a:pPr>
            <a:fld id="{E2D7410B-FF61-4B17-B2FC-DF6DD2E60102}" type="slidenum">
              <a:rPr lang="en-US" altLang="ru-RU" sz="1200">
                <a:latin typeface="Verdana" pitchFamily="34" charset="0"/>
              </a:rPr>
              <a:pPr algn="r">
                <a:spcBef>
                  <a:spcPct val="0"/>
                </a:spcBef>
              </a:pPr>
              <a:t>2</a:t>
            </a:fld>
            <a:endParaRPr lang="en-US" altLang="ru-RU" sz="1200">
              <a:latin typeface="Verdana" pitchFamily="34" charset="0"/>
            </a:endParaRPr>
          </a:p>
        </p:txBody>
      </p:sp>
      <p:sp>
        <p:nvSpPr>
          <p:cNvPr id="50179" name="Rectangle 7"/>
          <p:cNvSpPr txBox="1">
            <a:spLocks noGrp="1" noChangeArrowheads="1"/>
          </p:cNvSpPr>
          <p:nvPr/>
        </p:nvSpPr>
        <p:spPr bwMode="auto">
          <a:xfrm>
            <a:off x="3971925" y="8832850"/>
            <a:ext cx="30384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30000"/>
              </a:spcBef>
              <a:defRPr sz="1000">
                <a:solidFill>
                  <a:schemeClr val="tx1"/>
                </a:solidFill>
                <a:latin typeface="Times"/>
              </a:defRPr>
            </a:lvl1pPr>
            <a:lvl2pPr marL="742950" indent="-285750" eaLnBrk="0" hangingPunct="0">
              <a:spcBef>
                <a:spcPct val="30000"/>
              </a:spcBef>
              <a:defRPr sz="1000">
                <a:solidFill>
                  <a:schemeClr val="tx1"/>
                </a:solidFill>
                <a:latin typeface="Times"/>
              </a:defRPr>
            </a:lvl2pPr>
            <a:lvl3pPr marL="1143000" indent="-228600" eaLnBrk="0" hangingPunct="0">
              <a:spcBef>
                <a:spcPct val="30000"/>
              </a:spcBef>
              <a:defRPr sz="1000">
                <a:solidFill>
                  <a:schemeClr val="tx1"/>
                </a:solidFill>
                <a:latin typeface="Times"/>
              </a:defRPr>
            </a:lvl3pPr>
            <a:lvl4pPr marL="1600200" indent="-228600" eaLnBrk="0" hangingPunct="0">
              <a:spcBef>
                <a:spcPct val="30000"/>
              </a:spcBef>
              <a:defRPr sz="1000">
                <a:solidFill>
                  <a:schemeClr val="tx1"/>
                </a:solidFill>
                <a:latin typeface="Verdana" pitchFamily="34" charset="0"/>
              </a:defRPr>
            </a:lvl4pPr>
            <a:lvl5pPr marL="2057400" indent="-228600" eaLnBrk="0" hangingPunct="0">
              <a:spcBef>
                <a:spcPct val="30000"/>
              </a:spcBef>
              <a:defRPr sz="1000">
                <a:solidFill>
                  <a:schemeClr val="tx1"/>
                </a:solidFill>
                <a:latin typeface="Verdana" pitchFamily="34" charset="0"/>
              </a:defRPr>
            </a:lvl5pPr>
            <a:lvl6pPr marL="2514600" indent="-228600" eaLnBrk="0" fontAlgn="base" hangingPunct="0">
              <a:spcBef>
                <a:spcPct val="30000"/>
              </a:spcBef>
              <a:spcAft>
                <a:spcPct val="0"/>
              </a:spcAft>
              <a:defRPr sz="1000">
                <a:solidFill>
                  <a:schemeClr val="tx1"/>
                </a:solidFill>
                <a:latin typeface="Verdana" pitchFamily="34" charset="0"/>
              </a:defRPr>
            </a:lvl6pPr>
            <a:lvl7pPr marL="2971800" indent="-228600" eaLnBrk="0" fontAlgn="base" hangingPunct="0">
              <a:spcBef>
                <a:spcPct val="30000"/>
              </a:spcBef>
              <a:spcAft>
                <a:spcPct val="0"/>
              </a:spcAft>
              <a:defRPr sz="1000">
                <a:solidFill>
                  <a:schemeClr val="tx1"/>
                </a:solidFill>
                <a:latin typeface="Verdana" pitchFamily="34" charset="0"/>
              </a:defRPr>
            </a:lvl7pPr>
            <a:lvl8pPr marL="3429000" indent="-228600" eaLnBrk="0" fontAlgn="base" hangingPunct="0">
              <a:spcBef>
                <a:spcPct val="30000"/>
              </a:spcBef>
              <a:spcAft>
                <a:spcPct val="0"/>
              </a:spcAft>
              <a:defRPr sz="1000">
                <a:solidFill>
                  <a:schemeClr val="tx1"/>
                </a:solidFill>
                <a:latin typeface="Verdana" pitchFamily="34" charset="0"/>
              </a:defRPr>
            </a:lvl8pPr>
            <a:lvl9pPr marL="3886200" indent="-228600" eaLnBrk="0" fontAlgn="base" hangingPunct="0">
              <a:spcBef>
                <a:spcPct val="30000"/>
              </a:spcBef>
              <a:spcAft>
                <a:spcPct val="0"/>
              </a:spcAft>
              <a:defRPr sz="1000">
                <a:solidFill>
                  <a:schemeClr val="tx1"/>
                </a:solidFill>
                <a:latin typeface="Verdana" pitchFamily="34" charset="0"/>
              </a:defRPr>
            </a:lvl9pPr>
          </a:lstStyle>
          <a:p>
            <a:pPr algn="r">
              <a:spcBef>
                <a:spcPct val="0"/>
              </a:spcBef>
            </a:pPr>
            <a:fld id="{E7FFE8F9-9B5F-48AF-B127-7E0AC9648679}" type="slidenum">
              <a:rPr lang="en-US" altLang="ru-RU" sz="1200">
                <a:latin typeface="Verdana" pitchFamily="34" charset="0"/>
              </a:rPr>
              <a:pPr algn="r">
                <a:spcBef>
                  <a:spcPct val="0"/>
                </a:spcBef>
              </a:pPr>
              <a:t>2</a:t>
            </a:fld>
            <a:endParaRPr lang="en-US" altLang="ru-RU" sz="1200">
              <a:latin typeface="Verdana" pitchFamily="34" charset="0"/>
            </a:endParaRPr>
          </a:p>
        </p:txBody>
      </p:sp>
      <p:sp>
        <p:nvSpPr>
          <p:cNvPr id="50180" name="Rectangle 2"/>
          <p:cNvSpPr>
            <a:spLocks noGrp="1" noRot="1" noChangeAspect="1" noChangeArrowheads="1" noTextEdit="1"/>
          </p:cNvSpPr>
          <p:nvPr>
            <p:ph type="sldImg"/>
          </p:nvPr>
        </p:nvSpPr>
        <p:spPr>
          <a:xfrm>
            <a:off x="406400" y="698500"/>
            <a:ext cx="6197600" cy="3486150"/>
          </a:xfrm>
          <a:ln/>
        </p:spPr>
      </p:sp>
      <p:sp>
        <p:nvSpPr>
          <p:cNvPr id="50181" name="Rectangle 3"/>
          <p:cNvSpPr>
            <a:spLocks noGrp="1" noChangeArrowheads="1"/>
          </p:cNvSpPr>
          <p:nvPr>
            <p:ph type="body" idx="1"/>
          </p:nvPr>
        </p:nvSpPr>
        <p:spPr>
          <a:xfrm>
            <a:off x="935038" y="4416425"/>
            <a:ext cx="5140325" cy="4181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ru-RU" b="1" u="sng" smtClean="0">
                <a:latin typeface="Times"/>
              </a:rPr>
              <a:t>Process Mapping </a:t>
            </a:r>
            <a:r>
              <a:rPr lang="en-US" altLang="ru-RU" smtClean="0">
                <a:latin typeface="Times"/>
              </a:rPr>
              <a:t>is the second block from </a:t>
            </a:r>
            <a:r>
              <a:rPr lang="en-US" altLang="ru-RU" b="1" u="sng" smtClean="0">
                <a:latin typeface="Times"/>
              </a:rPr>
              <a:t>Manage to Sustain</a:t>
            </a:r>
            <a:r>
              <a:rPr lang="en-US" altLang="ru-RU" smtClean="0">
                <a:latin typeface="Times"/>
              </a:rPr>
              <a:t>.</a:t>
            </a:r>
          </a:p>
          <a:p>
            <a:pPr marL="228600" indent="-228600" eaLnBrk="1" hangingPunct="1"/>
            <a:r>
              <a:rPr lang="en-US" altLang="ru-RU" smtClean="0">
                <a:latin typeface="Times"/>
              </a:rPr>
              <a:t>It is directly related to the Business Description block, because </a:t>
            </a:r>
          </a:p>
          <a:p>
            <a:pPr marL="228600" indent="-228600" eaLnBrk="1" hangingPunct="1">
              <a:buFontTx/>
              <a:buChar char="•"/>
            </a:pPr>
            <a:r>
              <a:rPr lang="en-US" altLang="ru-RU" smtClean="0">
                <a:latin typeface="Times"/>
              </a:rPr>
              <a:t>it </a:t>
            </a:r>
            <a:r>
              <a:rPr lang="en-US" altLang="ru-RU" b="1" smtClean="0">
                <a:latin typeface="Times"/>
              </a:rPr>
              <a:t>describes in details the critical processes</a:t>
            </a:r>
            <a:r>
              <a:rPr lang="en-US" altLang="ru-RU" smtClean="0">
                <a:latin typeface="Times"/>
              </a:rPr>
              <a:t> listed in that block, </a:t>
            </a:r>
          </a:p>
          <a:p>
            <a:pPr marL="228600" indent="-228600" eaLnBrk="1" hangingPunct="1">
              <a:buFontTx/>
              <a:buChar char="•"/>
            </a:pPr>
            <a:r>
              <a:rPr lang="en-US" altLang="ru-RU" smtClean="0">
                <a:latin typeface="Times"/>
              </a:rPr>
              <a:t>and it shows,</a:t>
            </a:r>
            <a:r>
              <a:rPr lang="en-US" altLang="ru-RU" b="1" smtClean="0">
                <a:latin typeface="Times"/>
              </a:rPr>
              <a:t> step by step</a:t>
            </a:r>
            <a:r>
              <a:rPr lang="en-US" altLang="ru-RU" smtClean="0">
                <a:latin typeface="Times"/>
              </a:rPr>
              <a:t>, different levels of</a:t>
            </a:r>
            <a:r>
              <a:rPr lang="en-US" altLang="ru-RU" b="1" smtClean="0">
                <a:latin typeface="Times"/>
              </a:rPr>
              <a:t> how</a:t>
            </a:r>
            <a:r>
              <a:rPr lang="en-US" altLang="ru-RU" smtClean="0">
                <a:latin typeface="Times"/>
              </a:rPr>
              <a:t> the </a:t>
            </a:r>
            <a:r>
              <a:rPr lang="en-US" altLang="ru-RU" b="1" smtClean="0">
                <a:latin typeface="Times"/>
              </a:rPr>
              <a:t>inputs</a:t>
            </a:r>
            <a:r>
              <a:rPr lang="en-US" altLang="ru-RU" smtClean="0">
                <a:latin typeface="Times"/>
              </a:rPr>
              <a:t> are transformed into </a:t>
            </a:r>
            <a:r>
              <a:rPr lang="en-US" altLang="ru-RU" b="1" smtClean="0">
                <a:latin typeface="Times"/>
              </a:rPr>
              <a:t>products</a:t>
            </a:r>
            <a:r>
              <a:rPr lang="en-US" altLang="ru-RU" smtClean="0">
                <a:latin typeface="Times"/>
              </a:rPr>
              <a:t> in order to guarantee </a:t>
            </a:r>
            <a:r>
              <a:rPr lang="en-US" altLang="ru-RU" b="1" smtClean="0">
                <a:latin typeface="Times"/>
              </a:rPr>
              <a:t>customer’s satisfaction</a:t>
            </a:r>
            <a:r>
              <a:rPr lang="en-US" altLang="ru-RU" smtClean="0">
                <a:latin typeface="Times"/>
              </a:rPr>
              <a:t>.</a:t>
            </a:r>
          </a:p>
          <a:p>
            <a:pPr marL="228600" indent="-228600" eaLnBrk="1" hangingPunct="1">
              <a:buFontTx/>
              <a:buChar char="•"/>
            </a:pPr>
            <a:endParaRPr lang="pt-BR" altLang="ru-RU" smtClean="0">
              <a:latin typeface="Times"/>
            </a:endParaRPr>
          </a:p>
          <a:p>
            <a:pPr marL="228600" indent="-228600" eaLnBrk="1" hangingPunct="1">
              <a:buFontTx/>
              <a:buChar char="•"/>
            </a:pPr>
            <a:r>
              <a:rPr lang="en-US" altLang="ru-RU" b="1" u="sng" smtClean="0">
                <a:latin typeface="Times"/>
              </a:rPr>
              <a:t>Process Mapping </a:t>
            </a:r>
            <a:r>
              <a:rPr lang="en-US" altLang="ru-RU" smtClean="0">
                <a:latin typeface="Times"/>
              </a:rPr>
              <a:t>is another block that will help the plant towards Business Excellence!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xfrm>
            <a:off x="406400" y="696913"/>
            <a:ext cx="6197600" cy="3486150"/>
          </a:xfrm>
          <a:ln/>
        </p:spPr>
      </p:sp>
      <p:sp>
        <p:nvSpPr>
          <p:cNvPr id="512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ru-RU" b="1" i="1" smtClean="0">
                <a:latin typeface="Times"/>
              </a:rPr>
              <a:t>How is Process Mapping linked to Business Description?</a:t>
            </a:r>
          </a:p>
          <a:p>
            <a:pPr>
              <a:buFontTx/>
              <a:buChar char="•"/>
            </a:pPr>
            <a:r>
              <a:rPr lang="en-US" altLang="ru-RU" smtClean="0">
                <a:latin typeface="Times"/>
              </a:rPr>
              <a:t>In the </a:t>
            </a:r>
            <a:r>
              <a:rPr lang="en-US" altLang="ru-RU" b="1" smtClean="0">
                <a:latin typeface="Times"/>
              </a:rPr>
              <a:t>Business Description block</a:t>
            </a:r>
            <a:r>
              <a:rPr lang="en-US" altLang="ru-RU" smtClean="0">
                <a:latin typeface="Times"/>
              </a:rPr>
              <a:t>, the business has been identified, the products have been defined and the processes that lead to all products have been listed.</a:t>
            </a:r>
          </a:p>
          <a:p>
            <a:pPr>
              <a:buFontTx/>
              <a:buChar char="•"/>
            </a:pPr>
            <a:r>
              <a:rPr lang="en-US" altLang="ru-RU" smtClean="0">
                <a:latin typeface="Times"/>
              </a:rPr>
              <a:t>After definition of </a:t>
            </a:r>
            <a:r>
              <a:rPr lang="en-US" altLang="ru-RU" b="1" smtClean="0">
                <a:latin typeface="Times"/>
              </a:rPr>
              <a:t>critical products </a:t>
            </a:r>
            <a:r>
              <a:rPr lang="en-US" altLang="ru-RU" smtClean="0">
                <a:latin typeface="Times"/>
              </a:rPr>
              <a:t>also in the Business Description block, the </a:t>
            </a:r>
            <a:r>
              <a:rPr lang="en-US" altLang="ru-RU" b="1" smtClean="0">
                <a:latin typeface="Times"/>
              </a:rPr>
              <a:t>critical processes</a:t>
            </a:r>
            <a:r>
              <a:rPr lang="en-US" altLang="ru-RU" smtClean="0">
                <a:latin typeface="Times"/>
              </a:rPr>
              <a:t> that lead to these products shall be the focus for Process Mapping, since it is a step towards </a:t>
            </a:r>
            <a:r>
              <a:rPr lang="en-US" altLang="ru-RU" b="1" smtClean="0">
                <a:latin typeface="Times"/>
              </a:rPr>
              <a:t>process control</a:t>
            </a:r>
            <a:r>
              <a:rPr lang="en-US" altLang="ru-RU" smtClean="0">
                <a:latin typeface="Times"/>
              </a:rPr>
              <a:t>.</a:t>
            </a:r>
          </a:p>
          <a:p>
            <a:pPr>
              <a:buFontTx/>
              <a:buChar char="•"/>
            </a:pPr>
            <a:endParaRPr lang="pt-BR" altLang="ru-RU" smtClean="0">
              <a:latin typeface="Times"/>
            </a:endParaRPr>
          </a:p>
          <a:p>
            <a:pPr>
              <a:buFontTx/>
              <a:buChar char="•"/>
            </a:pPr>
            <a:r>
              <a:rPr lang="pt-BR" altLang="ru-RU" smtClean="0">
                <a:latin typeface="Times"/>
              </a:rPr>
              <a:t>Explain that the box pointing to YOUR BUSINESS does not mean process mapping is in the Business Description, but what it means is the critical processes </a:t>
            </a:r>
            <a:r>
              <a:rPr lang="en-US" altLang="ru-RU" smtClean="0">
                <a:latin typeface="Times"/>
              </a:rPr>
              <a:t>(the ones that lead to </a:t>
            </a:r>
            <a:r>
              <a:rPr lang="en-US" altLang="ru-RU" b="1" smtClean="0">
                <a:latin typeface="Times"/>
              </a:rPr>
              <a:t>critical products</a:t>
            </a:r>
            <a:r>
              <a:rPr lang="en-US" altLang="ru-RU" smtClean="0">
                <a:latin typeface="Times"/>
              </a:rPr>
              <a:t>) </a:t>
            </a:r>
            <a:r>
              <a:rPr lang="pt-BR" altLang="ru-RU" smtClean="0">
                <a:latin typeface="Times"/>
              </a:rPr>
              <a:t>listed in the BD will be the basis for the Process Mapping.</a:t>
            </a:r>
            <a:endParaRPr lang="en-US" altLang="ru-RU" smtClean="0">
              <a:latin typeface="Time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a:xfrm>
            <a:off x="406400" y="696913"/>
            <a:ext cx="6197600" cy="3486150"/>
          </a:xfrm>
          <a:ln/>
        </p:spPr>
      </p:sp>
      <p:sp>
        <p:nvSpPr>
          <p:cNvPr id="522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r>
              <a:rPr lang="en-US" altLang="ru-RU" sz="1600" b="1" i="1" smtClean="0">
                <a:solidFill>
                  <a:srgbClr val="FF0200"/>
                </a:solidFill>
                <a:latin typeface="Times"/>
              </a:rPr>
              <a:t>What is a Process?</a:t>
            </a:r>
            <a:r>
              <a:rPr lang="en-US" altLang="ru-RU" sz="1200" b="1" i="1" smtClean="0">
                <a:solidFill>
                  <a:srgbClr val="FF0200"/>
                </a:solidFill>
                <a:latin typeface="Times"/>
              </a:rPr>
              <a:t> </a:t>
            </a:r>
          </a:p>
          <a:p>
            <a:pPr>
              <a:spcBef>
                <a:spcPts val="600"/>
              </a:spcBef>
              <a:spcAft>
                <a:spcPts val="600"/>
              </a:spcAft>
            </a:pPr>
            <a:r>
              <a:rPr lang="en-US" altLang="ru-RU" b="1" smtClean="0">
                <a:latin typeface="Times"/>
              </a:rPr>
              <a:t>PROCESS IS A SET OF CAUSES THAT PRODUCE A GIVEN EFFECT</a:t>
            </a:r>
            <a:r>
              <a:rPr lang="en-US" altLang="ru-RU" smtClean="0">
                <a:latin typeface="Times"/>
              </a:rPr>
              <a:t> </a:t>
            </a:r>
            <a:r>
              <a:rPr lang="en-US" altLang="ru-RU" b="1" smtClean="0">
                <a:latin typeface="Times"/>
              </a:rPr>
              <a:t>(result)</a:t>
            </a:r>
            <a:endParaRPr lang="en-US" altLang="ru-RU" sz="1200" b="1" i="1" smtClean="0">
              <a:solidFill>
                <a:srgbClr val="FF0200"/>
              </a:solidFill>
              <a:latin typeface="Times"/>
            </a:endParaRPr>
          </a:p>
          <a:p>
            <a:pPr>
              <a:spcBef>
                <a:spcPts val="600"/>
              </a:spcBef>
              <a:spcAft>
                <a:spcPts val="600"/>
              </a:spcAft>
            </a:pPr>
            <a:r>
              <a:rPr lang="pt-BR" altLang="ru-RU" sz="1600" smtClean="0">
                <a:latin typeface="Times"/>
              </a:rPr>
              <a:t>In other words</a:t>
            </a:r>
            <a:r>
              <a:rPr lang="en-US" altLang="ru-RU" sz="1600" smtClean="0">
                <a:latin typeface="Times"/>
              </a:rPr>
              <a:t>…</a:t>
            </a:r>
          </a:p>
          <a:p>
            <a:pPr algn="ctr">
              <a:lnSpc>
                <a:spcPct val="120000"/>
              </a:lnSpc>
            </a:pPr>
            <a:r>
              <a:rPr lang="en-US" altLang="ru-RU" sz="1600" b="1" smtClean="0">
                <a:latin typeface="Times"/>
              </a:rPr>
              <a:t>…inputs –&gt; transformation (means) –&gt; into outputs/results/products (ends)</a:t>
            </a:r>
            <a:endParaRPr lang="pt-BR" altLang="ru-RU" sz="1600" smtClean="0">
              <a:latin typeface="Times"/>
            </a:endParaRPr>
          </a:p>
          <a:p>
            <a:pPr algn="ctr">
              <a:lnSpc>
                <a:spcPct val="120000"/>
              </a:lnSpc>
            </a:pPr>
            <a:endParaRPr lang="pt-BR" altLang="ru-RU" sz="1600" smtClean="0">
              <a:latin typeface="Times"/>
            </a:endParaRPr>
          </a:p>
          <a:p>
            <a:r>
              <a:rPr lang="en-US" altLang="ru-RU" smtClean="0">
                <a:latin typeface="Times"/>
              </a:rPr>
              <a:t>Each process is associated with supplying a product, i.e., with manufacturing a good or performing some service.</a:t>
            </a:r>
          </a:p>
          <a:p>
            <a:r>
              <a:rPr lang="en-US" altLang="ru-RU" smtClean="0">
                <a:latin typeface="Times"/>
              </a:rPr>
              <a:t>It is important to make it very clear that a product may even be something that will be transformed/used in another process, i.e., it could be an intermediate product.</a:t>
            </a:r>
          </a:p>
          <a:p>
            <a:r>
              <a:rPr lang="en-US" altLang="ru-RU" smtClean="0">
                <a:latin typeface="Times"/>
              </a:rPr>
              <a:t>A </a:t>
            </a:r>
            <a:r>
              <a:rPr lang="en-US" altLang="ru-RU" b="1" u="sng" smtClean="0">
                <a:latin typeface="Times"/>
              </a:rPr>
              <a:t>product</a:t>
            </a:r>
            <a:r>
              <a:rPr lang="en-US" altLang="ru-RU" smtClean="0">
                <a:latin typeface="Times"/>
              </a:rPr>
              <a:t> is something tangible, measurable, that can be touched and stored.</a:t>
            </a:r>
          </a:p>
          <a:p>
            <a:r>
              <a:rPr lang="en-US" altLang="ru-RU" smtClean="0">
                <a:latin typeface="Times"/>
              </a:rPr>
              <a:t>Often we refer to products that are not the end results of a process as: “intermediate products”, because they are also manufactured by the same process.</a:t>
            </a:r>
          </a:p>
          <a:p>
            <a:r>
              <a:rPr lang="en-US" altLang="ru-RU" smtClean="0">
                <a:latin typeface="Times"/>
              </a:rPr>
              <a:t>Example of intermediate products: sweet wort, green beer, milled malt, mashed grains, filtered mash, etc.</a:t>
            </a:r>
          </a:p>
          <a:p>
            <a:r>
              <a:rPr lang="en-US" altLang="ru-RU" b="1" u="sng" smtClean="0">
                <a:latin typeface="Times"/>
              </a:rPr>
              <a:t>Services</a:t>
            </a:r>
            <a:r>
              <a:rPr lang="en-US" altLang="ru-RU" smtClean="0">
                <a:latin typeface="Times"/>
              </a:rPr>
              <a:t> are outputs that are not tangible (you can’t touch them), whose characteristics are often subjective.</a:t>
            </a:r>
          </a:p>
          <a:p>
            <a:r>
              <a:rPr lang="en-US" altLang="ru-RU" smtClean="0">
                <a:latin typeface="Times"/>
              </a:rPr>
              <a:t>Examples of services: equipment maintenance, issuing air travel tickets, purchase of inputs, etc. </a:t>
            </a:r>
          </a:p>
          <a:p>
            <a:endParaRPr lang="pt-BR" altLang="ru-RU" sz="1600" u="sng" smtClean="0">
              <a:latin typeface="Times"/>
            </a:endParaRPr>
          </a:p>
          <a:p>
            <a:pPr>
              <a:lnSpc>
                <a:spcPct val="120000"/>
              </a:lnSpc>
            </a:pPr>
            <a:r>
              <a:rPr lang="pt-BR" altLang="ru-RU" sz="1600" u="sng" smtClean="0">
                <a:latin typeface="Times"/>
              </a:rPr>
              <a:t>Tips for Trainers:</a:t>
            </a:r>
          </a:p>
          <a:p>
            <a:pPr>
              <a:lnSpc>
                <a:spcPct val="120000"/>
              </a:lnSpc>
            </a:pPr>
            <a:r>
              <a:rPr lang="pt-BR" altLang="ru-RU" sz="1600" smtClean="0">
                <a:latin typeface="Times"/>
              </a:rPr>
              <a:t>Ask participants to generalize at first. Give the example of a business as a process, but in this case, a macro process. Lower the levels one by one in the hierarchy of processes.</a:t>
            </a:r>
            <a:r>
              <a:rPr lang="en-US" altLang="ru-RU" sz="1600" smtClean="0">
                <a:latin typeface="Times"/>
              </a:rPr>
              <a:t> Get to the conclusion with them that all levels of the hierarchy are MEANS to transform inputs in products/ services to satisfy the customers. </a:t>
            </a:r>
            <a:r>
              <a:rPr lang="en-US" altLang="ru-RU" sz="1600" b="1" smtClean="0">
                <a:latin typeface="Times"/>
              </a:rPr>
              <a:t>Go back to this concept on slides 7 and 8.</a:t>
            </a:r>
            <a:endParaRPr lang="pt-BR" altLang="ru-RU" sz="1600" b="1" smtClean="0">
              <a:latin typeface="Time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xfrm>
            <a:off x="406400" y="698500"/>
            <a:ext cx="6197600" cy="3486150"/>
          </a:xfrm>
          <a:ln/>
        </p:spPr>
      </p:sp>
      <p:sp>
        <p:nvSpPr>
          <p:cNvPr id="77827" name="Rectangle 3"/>
          <p:cNvSpPr>
            <a:spLocks noGrp="1" noChangeArrowheads="1"/>
          </p:cNvSpPr>
          <p:nvPr>
            <p:ph type="body" idx="1"/>
          </p:nvPr>
        </p:nvSpPr>
        <p:spPr>
          <a:xfrm>
            <a:off x="935038" y="4416425"/>
            <a:ext cx="5140325" cy="4181475"/>
          </a:xfrm>
          <a:ln/>
        </p:spPr>
        <p:txBody>
          <a:bodyPr/>
          <a:lstStyle/>
          <a:p>
            <a:pPr marL="342900" indent="-342900">
              <a:spcBef>
                <a:spcPct val="50000"/>
              </a:spcBef>
              <a:defRPr/>
            </a:pPr>
            <a:r>
              <a:rPr lang="en-US" sz="1050" b="1" i="1" dirty="0" smtClean="0">
                <a:solidFill>
                  <a:schemeClr val="tx2"/>
                </a:solidFill>
              </a:rPr>
              <a:t>Who should use Process Mapping?</a:t>
            </a:r>
          </a:p>
          <a:p>
            <a:pPr marL="342900" indent="-342900">
              <a:spcBef>
                <a:spcPct val="50000"/>
              </a:spcBef>
              <a:buClr>
                <a:schemeClr val="tx2"/>
              </a:buClr>
              <a:buFontTx/>
              <a:buChar char="•"/>
              <a:defRPr/>
            </a:pPr>
            <a:r>
              <a:rPr lang="en-US" dirty="0" smtClean="0"/>
              <a:t>The whole team should use it, from EBM to the work team level in the plant, aligned with the business description of the scope being considered. Every Business Unit has a group of processes that can be mapped. </a:t>
            </a:r>
          </a:p>
          <a:p>
            <a:pPr marL="342900" indent="-342900">
              <a:spcBef>
                <a:spcPct val="50000"/>
              </a:spcBef>
              <a:buClr>
                <a:schemeClr val="tx2"/>
              </a:buClr>
              <a:buFontTx/>
              <a:buChar char="•"/>
              <a:defRPr/>
            </a:pPr>
            <a:r>
              <a:rPr lang="en-US" dirty="0" smtClean="0"/>
              <a:t>This means that any </a:t>
            </a:r>
            <a:r>
              <a:rPr lang="en-US" b="1" u="sng" dirty="0" smtClean="0"/>
              <a:t>Process Owner that delivers products to customers</a:t>
            </a:r>
            <a:r>
              <a:rPr lang="en-US" dirty="0" smtClean="0"/>
              <a:t> throughout the organizational structure can have their process mapped. Attention: Map only the critical processes first!</a:t>
            </a:r>
          </a:p>
          <a:p>
            <a:pPr marL="342900" indent="-342900">
              <a:spcBef>
                <a:spcPct val="50000"/>
              </a:spcBef>
              <a:buClr>
                <a:schemeClr val="tx2"/>
              </a:buClr>
              <a:buFontTx/>
              <a:buChar char="•"/>
              <a:defRPr/>
            </a:pPr>
            <a:endParaRPr lang="en-US" dirty="0" smtClean="0"/>
          </a:p>
          <a:p>
            <a:pPr marL="342900" indent="-342900">
              <a:spcBef>
                <a:spcPct val="50000"/>
              </a:spcBef>
              <a:buClr>
                <a:schemeClr val="tx2"/>
              </a:buClr>
              <a:defRPr/>
            </a:pPr>
            <a:r>
              <a:rPr lang="en-US" dirty="0" smtClean="0"/>
              <a:t>HOT TIPS: </a:t>
            </a:r>
          </a:p>
          <a:p>
            <a:pPr marL="342900" indent="-342900">
              <a:spcBef>
                <a:spcPct val="50000"/>
              </a:spcBef>
              <a:buClr>
                <a:schemeClr val="tx2"/>
              </a:buClr>
              <a:defRPr/>
            </a:pPr>
            <a:r>
              <a:rPr lang="en-US" dirty="0" smtClean="0"/>
              <a:t>1) </a:t>
            </a:r>
            <a:r>
              <a:rPr lang="en-US" dirty="0" smtClean="0">
                <a:solidFill>
                  <a:srgbClr val="FFFFFF"/>
                </a:solidFill>
                <a:latin typeface="Verdana"/>
                <a:cs typeface="Arial" pitchFamily="34" charset="0"/>
              </a:rPr>
              <a:t>Align PMap with the Business Description considered: This means that t</a:t>
            </a:r>
            <a:r>
              <a:rPr lang="en-US" dirty="0" smtClean="0"/>
              <a:t>he processes listed in the BD shall be the same used as a base for PMap.</a:t>
            </a:r>
          </a:p>
          <a:p>
            <a:pPr marL="342900" indent="-342900">
              <a:spcBef>
                <a:spcPct val="50000"/>
              </a:spcBef>
              <a:buClr>
                <a:schemeClr val="tx2"/>
              </a:buClr>
              <a:defRPr/>
            </a:pPr>
            <a:r>
              <a:rPr lang="en-US" dirty="0" smtClean="0"/>
              <a:t>2) The </a:t>
            </a:r>
            <a:r>
              <a:rPr lang="en-US" b="1" u="sng" dirty="0" smtClean="0"/>
              <a:t>business owner</a:t>
            </a:r>
            <a:r>
              <a:rPr lang="en-US" dirty="0" smtClean="0"/>
              <a:t> (leader of the area / Business Unit (BU) ) is accountable for keeping the Process Maps updated. He owns all the processes in his BU and has to make sure they are running the best way in order to deliver the best results to his customers.</a:t>
            </a:r>
          </a:p>
          <a:p>
            <a:pPr>
              <a:defRPr/>
            </a:pPr>
            <a:endParaRPr lang="en-US" dirty="0" smtClean="0"/>
          </a:p>
          <a:p>
            <a:pPr>
              <a:defRPr/>
            </a:pPr>
            <a:r>
              <a:rPr lang="pt-BR" u="sng" dirty="0" smtClean="0"/>
              <a:t>Tips for Trainers:</a:t>
            </a:r>
            <a:r>
              <a:rPr lang="pt-BR" dirty="0" smtClean="0"/>
              <a:t> </a:t>
            </a:r>
            <a:endParaRPr lang="en-US" dirty="0" smtClean="0"/>
          </a:p>
          <a:p>
            <a:pPr>
              <a:defRPr/>
            </a:pPr>
            <a:r>
              <a:rPr lang="en-US" dirty="0" smtClean="0"/>
              <a:t>Make the connection between the picture of this slide with the concepts of business, process, activity and tasks in the previous slide. Have the students apply these concepts that they just learned. Assist them in making the connection.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xfrm>
            <a:off x="406400" y="696913"/>
            <a:ext cx="6197600" cy="3486150"/>
          </a:xfrm>
          <a:ln/>
        </p:spPr>
      </p:sp>
      <p:sp>
        <p:nvSpPr>
          <p:cNvPr id="563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GB" altLang="ru-RU" smtClean="0">
                <a:latin typeface="Times"/>
              </a:rPr>
              <a:t>HOT TIPS: </a:t>
            </a:r>
          </a:p>
          <a:p>
            <a:r>
              <a:rPr kumimoji="1" lang="en-GB" altLang="ru-RU" smtClean="0">
                <a:latin typeface="Times"/>
              </a:rPr>
              <a:t>Describes the </a:t>
            </a:r>
            <a:r>
              <a:rPr kumimoji="1" lang="en-GB" altLang="ru-RU" b="1" u="sng" smtClean="0">
                <a:latin typeface="Times"/>
              </a:rPr>
              <a:t>current state of the process</a:t>
            </a:r>
            <a:r>
              <a:rPr kumimoji="1" lang="en-GB" altLang="ru-RU" smtClean="0">
                <a:latin typeface="Times"/>
              </a:rPr>
              <a:t>. Don’t try to map the perfect process, because initially what needs to be done is just the mapping of the process the wait currently is. Opportunities of improvement can be identified in the process map / flowchart. If the perfect situation is mapped at first, the process map / flowchart won’t be followed, because it does not reflect the reality of the process.</a:t>
            </a:r>
          </a:p>
          <a:p>
            <a:r>
              <a:rPr kumimoji="1" lang="en-GB" altLang="ru-RU" smtClean="0">
                <a:latin typeface="Times"/>
              </a:rPr>
              <a:t>Don’t map the future situation!! Instead, indicate the improvement opportunities on the flowchart being developed. The changes need to be validated and need to have an action plan of implementation before they start taking place, which could be done in the future when the project is revised or when there is an initiative to re project the process.</a:t>
            </a:r>
          </a:p>
          <a:p>
            <a:endParaRPr kumimoji="1" lang="en-GB" altLang="ru-RU" smtClean="0">
              <a:latin typeface="Times"/>
            </a:endParaRPr>
          </a:p>
          <a:p>
            <a:r>
              <a:rPr lang="en-US" altLang="ru-RU" smtClean="0">
                <a:latin typeface="Times"/>
              </a:rPr>
              <a:t>Look at the process carefully. </a:t>
            </a:r>
            <a:r>
              <a:rPr lang="en-US" altLang="ru-RU" b="1" smtClean="0">
                <a:latin typeface="Times"/>
              </a:rPr>
              <a:t>Are there steps in the process that do not add value to the end product? </a:t>
            </a:r>
            <a:endParaRPr lang="en-US" altLang="ru-RU" smtClean="0">
              <a:latin typeface="Times"/>
            </a:endParaRPr>
          </a:p>
          <a:p>
            <a:r>
              <a:rPr lang="en-US" altLang="ru-RU" smtClean="0">
                <a:latin typeface="Times"/>
              </a:rPr>
              <a:t>A good example is when a wait queue occurs somewhere in the process. For example, requirements may be written and held in queue for weeks or months until developers become available. During this period, the stakeholder’s needs may have changed, but the process does not accommodate that possibility. </a:t>
            </a:r>
          </a:p>
          <a:p>
            <a:r>
              <a:rPr lang="en-US" altLang="ru-RU" smtClean="0">
                <a:latin typeface="Times"/>
              </a:rPr>
              <a:t>What other steps in your process are not adding value, or have not added value in the past? Are you creating documentation that is put on a shelf and never used? Are features added to the product that are never used? Any step that does not add value should be eliminated.</a:t>
            </a:r>
          </a:p>
          <a:p>
            <a:endParaRPr lang="en-US" altLang="ru-RU" smtClean="0">
              <a:latin typeface="Times"/>
            </a:endParaRPr>
          </a:p>
          <a:p>
            <a:r>
              <a:rPr lang="en-US" altLang="ru-RU" smtClean="0">
                <a:latin typeface="Times"/>
              </a:rPr>
              <a:t>Peter Drucker (1909 - 2005) was an Austrian-born American management consultant, educator and author whose writings contributed to the philosophical and practical foundations of the modern business corporation. He was also a leader in the development of management education and has been described as "the founder of modern management". </a:t>
            </a:r>
          </a:p>
        </p:txBody>
      </p:sp>
      <p:sp>
        <p:nvSpPr>
          <p:cNvPr id="82948" name="Slide Number Placeholder 3"/>
          <p:cNvSpPr>
            <a:spLocks noGrp="1"/>
          </p:cNvSpPr>
          <p:nvPr>
            <p:ph type="sldNum" sz="quarter" idx="5"/>
          </p:nvPr>
        </p:nvSpPr>
        <p:spPr/>
        <p:txBody>
          <a:bodyPr/>
          <a:lstStyle/>
          <a:p>
            <a:pPr>
              <a:defRPr/>
            </a:pPr>
            <a:fld id="{43886434-B9B9-440C-A75F-01B0BB7D91AC}" type="slidenum">
              <a:rPr lang="en-US" smtClean="0"/>
              <a:pPr>
                <a:defRPr/>
              </a:pPr>
              <a:t>9</a:t>
            </a:fld>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xfrm>
            <a:off x="406400" y="696913"/>
            <a:ext cx="6197600" cy="3486150"/>
          </a:xfrm>
          <a:ln/>
        </p:spPr>
      </p:sp>
      <p:sp>
        <p:nvSpPr>
          <p:cNvPr id="583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50000"/>
              </a:spcBef>
              <a:buClr>
                <a:schemeClr val="tx2"/>
              </a:buClr>
              <a:buFontTx/>
              <a:buChar char="•"/>
            </a:pPr>
            <a:endParaRPr lang="ru-RU" altLang="ru-RU" smtClean="0">
              <a:latin typeface="Times"/>
            </a:endParaRPr>
          </a:p>
        </p:txBody>
      </p:sp>
      <p:sp>
        <p:nvSpPr>
          <p:cNvPr id="4" name="Slide Number Placeholder 3"/>
          <p:cNvSpPr>
            <a:spLocks noGrp="1"/>
          </p:cNvSpPr>
          <p:nvPr>
            <p:ph type="sldNum" sz="quarter" idx="5"/>
          </p:nvPr>
        </p:nvSpPr>
        <p:spPr/>
        <p:txBody>
          <a:bodyPr/>
          <a:lstStyle/>
          <a:p>
            <a:pPr>
              <a:defRPr/>
            </a:pPr>
            <a:fld id="{AE3F0D51-4F11-45B9-82BF-74DA216A21F0}" type="slidenum">
              <a:rPr lang="en-US" smtClean="0"/>
              <a:pPr>
                <a:defRPr/>
              </a:pPr>
              <a:t>13</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xfrm>
            <a:off x="406400" y="696913"/>
            <a:ext cx="6197600" cy="3486150"/>
          </a:xfrm>
          <a:ln/>
        </p:spPr>
      </p:sp>
      <p:sp>
        <p:nvSpPr>
          <p:cNvPr id="6451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r>
              <a:rPr lang="pt-BR" altLang="ru-RU" smtClean="0">
                <a:latin typeface="Times"/>
              </a:rPr>
              <a:t>Mapping processes is very time consuming and it is impossible to do it all at once. It could take a couple of years to finish them all. So FOCUS on the ones that really need attention (general criteria explained on the following slide and criticality matrix explained further in this presentation) and </a:t>
            </a:r>
            <a:r>
              <a:rPr lang="en-US" altLang="ru-RU" b="1" smtClean="0">
                <a:latin typeface="Times"/>
              </a:rPr>
              <a:t>only after</a:t>
            </a:r>
            <a:r>
              <a:rPr lang="en-US" altLang="ru-RU" smtClean="0">
                <a:latin typeface="Times"/>
              </a:rPr>
              <a:t> the critical processes are mapped, map also the remaining processes.</a:t>
            </a:r>
          </a:p>
          <a:p>
            <a:pPr marL="228600" indent="-228600"/>
            <a:endParaRPr lang="en-US" altLang="ru-RU" smtClean="0">
              <a:latin typeface="Time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xfrm>
            <a:off x="406400" y="696913"/>
            <a:ext cx="6197600" cy="3486150"/>
          </a:xfrm>
          <a:ln/>
        </p:spPr>
      </p:sp>
      <p:sp>
        <p:nvSpPr>
          <p:cNvPr id="696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r>
              <a:rPr lang="en-US" altLang="ru-RU" sz="1600" smtClean="0">
                <a:latin typeface="Times"/>
              </a:rPr>
              <a:t>Level 4 is the </a:t>
            </a:r>
            <a:r>
              <a:rPr lang="en-US" altLang="ru-RU" sz="1600" b="1" smtClean="0">
                <a:latin typeface="Times"/>
              </a:rPr>
              <a:t>task level</a:t>
            </a:r>
            <a:r>
              <a:rPr lang="en-US" altLang="ru-RU" sz="1600" smtClean="0">
                <a:latin typeface="Times"/>
              </a:rPr>
              <a:t>. It is a diagram that breaks down an activity into its tasks. Each task can be associated with a person, responsible for performing it.</a:t>
            </a:r>
          </a:p>
          <a:p>
            <a:pPr>
              <a:buFontTx/>
              <a:buChar char="•"/>
            </a:pPr>
            <a:r>
              <a:rPr lang="en-US" altLang="ru-RU" sz="1600" smtClean="0">
                <a:latin typeface="Times"/>
              </a:rPr>
              <a:t>In order to increase </a:t>
            </a:r>
            <a:r>
              <a:rPr lang="en-US" altLang="ru-RU" sz="1600" b="1" smtClean="0">
                <a:latin typeface="Times"/>
              </a:rPr>
              <a:t>process control and predictable results</a:t>
            </a:r>
            <a:r>
              <a:rPr lang="en-US" altLang="ru-RU" sz="1600" smtClean="0">
                <a:latin typeface="Times"/>
              </a:rPr>
              <a:t>, the task level of process mapping enables, at an operational level, the identification of </a:t>
            </a:r>
            <a:r>
              <a:rPr lang="en-US" altLang="ru-RU" sz="1600" b="1" i="1" u="sng" smtClean="0">
                <a:latin typeface="Times"/>
              </a:rPr>
              <a:t>demands</a:t>
            </a:r>
            <a:r>
              <a:rPr lang="en-US" altLang="ru-RU" sz="1600" smtClean="0">
                <a:latin typeface="Times"/>
              </a:rPr>
              <a:t> of:</a:t>
            </a:r>
          </a:p>
          <a:p>
            <a:pPr lvl="1">
              <a:buFontTx/>
              <a:buChar char="•"/>
            </a:pPr>
            <a:r>
              <a:rPr lang="en-US" altLang="ru-RU" sz="1600" b="1" u="sng" smtClean="0">
                <a:latin typeface="Times"/>
              </a:rPr>
              <a:t>critical process measurements</a:t>
            </a:r>
            <a:endParaRPr lang="en-US" altLang="ru-RU" sz="1600" smtClean="0">
              <a:latin typeface="Times"/>
            </a:endParaRPr>
          </a:p>
          <a:p>
            <a:pPr lvl="1">
              <a:buFontTx/>
              <a:buChar char="•"/>
            </a:pPr>
            <a:r>
              <a:rPr lang="en-US" altLang="ru-RU" sz="1600" b="1" u="sng" smtClean="0">
                <a:latin typeface="Times"/>
              </a:rPr>
              <a:t>standards for critical tasks</a:t>
            </a:r>
          </a:p>
          <a:p>
            <a:pPr lvl="1"/>
            <a:endParaRPr lang="en-US" altLang="ru-RU" sz="1600" smtClean="0">
              <a:latin typeface="Times"/>
            </a:endParaRPr>
          </a:p>
          <a:p>
            <a:r>
              <a:rPr lang="pt-BR" altLang="ru-RU" smtClean="0">
                <a:latin typeface="Times"/>
              </a:rPr>
              <a:t>Therefore, all tasks and </a:t>
            </a:r>
            <a:r>
              <a:rPr lang="en-US" altLang="ru-RU" smtClean="0">
                <a:latin typeface="Times"/>
              </a:rPr>
              <a:t>all parameters controlled by operators shall be taken into consideration when defining critical task. Also the main problems that may occur during the process (undesirable results) which have been observed. Associate in which tasks the problems are caused, marking the corresponding point where they cross. These will be the </a:t>
            </a:r>
            <a:r>
              <a:rPr lang="en-US" altLang="ru-RU" b="1" i="1" smtClean="0">
                <a:latin typeface="Times"/>
              </a:rPr>
              <a:t>critical tasks of the process, where the real problems occur.</a:t>
            </a:r>
          </a:p>
          <a:p>
            <a:pPr lvl="1">
              <a:buFontTx/>
              <a:buChar char="•"/>
            </a:pPr>
            <a:r>
              <a:rPr lang="en-US" altLang="ru-RU" smtClean="0">
                <a:latin typeface="Times"/>
              </a:rPr>
              <a:t>Identify the point where they cross;</a:t>
            </a:r>
          </a:p>
          <a:p>
            <a:pPr lvl="1">
              <a:buFontTx/>
              <a:buChar char="•"/>
            </a:pPr>
            <a:r>
              <a:rPr lang="en-US" altLang="ru-RU" smtClean="0">
                <a:latin typeface="Times"/>
              </a:rPr>
              <a:t>Check whether, in these critical tasks, the SOPs, PTSs and records include the problems identified appropriately;</a:t>
            </a:r>
          </a:p>
          <a:p>
            <a:pPr lvl="1">
              <a:buFontTx/>
              <a:buChar char="•"/>
            </a:pPr>
            <a:r>
              <a:rPr lang="en-US" altLang="ru-RU" smtClean="0">
                <a:latin typeface="Times"/>
              </a:rPr>
              <a:t>If necessary, a review of the standards and training of the team involved in their use should be scheduled.</a:t>
            </a:r>
            <a:endParaRPr lang="pt-BR" altLang="ru-RU" smtClean="0">
              <a:latin typeface="Times"/>
            </a:endParaRPr>
          </a:p>
          <a:p>
            <a:r>
              <a:rPr lang="pt-BR" altLang="ru-RU" smtClean="0">
                <a:latin typeface="Times"/>
              </a:rPr>
              <a:t>The measurents definition and the standards creation themselves are NOT done here, just the identification </a:t>
            </a:r>
            <a:r>
              <a:rPr lang="en-US" altLang="ru-RU" smtClean="0">
                <a:latin typeface="Times"/>
              </a:rPr>
              <a:t>of their </a:t>
            </a:r>
            <a:r>
              <a:rPr lang="en-US" altLang="ru-RU" b="1" i="1" u="sng" smtClean="0">
                <a:latin typeface="Times"/>
              </a:rPr>
              <a:t>demands</a:t>
            </a:r>
            <a:r>
              <a:rPr lang="en-US" altLang="ru-RU" smtClean="0">
                <a:latin typeface="Times"/>
              </a:rPr>
              <a:t>. The demands should be only identified and pointed out on the flowchart, as exemplified previously in this presentation.</a:t>
            </a:r>
          </a:p>
        </p:txBody>
      </p:sp>
      <p:sp>
        <p:nvSpPr>
          <p:cNvPr id="109572" name="Slide Number Placeholder 3"/>
          <p:cNvSpPr>
            <a:spLocks noGrp="1"/>
          </p:cNvSpPr>
          <p:nvPr>
            <p:ph type="sldNum" sz="quarter" idx="5"/>
          </p:nvPr>
        </p:nvSpPr>
        <p:spPr/>
        <p:txBody>
          <a:bodyPr/>
          <a:lstStyle/>
          <a:p>
            <a:pPr>
              <a:defRPr/>
            </a:pPr>
            <a:fld id="{6222A225-8908-4209-860D-69FD66E25A22}" type="slidenum">
              <a:rPr lang="en-US" smtClean="0"/>
              <a:pPr>
                <a:defRPr/>
              </a:pPr>
              <a:t>16</a:t>
            </a:fld>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xfrm>
            <a:off x="406400" y="696913"/>
            <a:ext cx="6197600" cy="3486150"/>
          </a:xfrm>
          <a:ln/>
        </p:spPr>
      </p:sp>
      <p:sp>
        <p:nvSpPr>
          <p:cNvPr id="130051" name="Notes Placeholder 2"/>
          <p:cNvSpPr>
            <a:spLocks noGrp="1"/>
          </p:cNvSpPr>
          <p:nvPr>
            <p:ph type="body" idx="1"/>
          </p:nvPr>
        </p:nvSpPr>
        <p:spPr>
          <a:ln/>
        </p:spPr>
        <p:txBody>
          <a:bodyPr/>
          <a:lstStyle/>
          <a:p>
            <a:pPr>
              <a:defRPr/>
            </a:pPr>
            <a:r>
              <a:rPr lang="en-US" kern="0" dirty="0" smtClean="0">
                <a:solidFill>
                  <a:srgbClr val="000000"/>
                </a:solidFill>
                <a:latin typeface="Verdana"/>
              </a:rPr>
              <a:t>Take into account the criteria listed, but </a:t>
            </a:r>
            <a:r>
              <a:rPr lang="en-US" b="1" kern="0" dirty="0" smtClean="0">
                <a:solidFill>
                  <a:srgbClr val="000000"/>
                </a:solidFill>
                <a:latin typeface="Verdana"/>
              </a:rPr>
              <a:t>don’t limit yourself only to these criteria</a:t>
            </a:r>
            <a:r>
              <a:rPr lang="en-US" kern="0" dirty="0" smtClean="0">
                <a:solidFill>
                  <a:srgbClr val="000000"/>
                </a:solidFill>
                <a:latin typeface="Verdana"/>
              </a:rPr>
              <a:t>. You may add more or adjust those in order to make the table more relevant to your area.</a:t>
            </a:r>
          </a:p>
          <a:p>
            <a:pPr>
              <a:defRPr/>
            </a:pPr>
            <a:endParaRPr lang="en-US" dirty="0" smtClean="0"/>
          </a:p>
          <a:p>
            <a:pPr>
              <a:defRPr/>
            </a:pPr>
            <a:r>
              <a:rPr lang="en-US" dirty="0" smtClean="0"/>
              <a:t>Impact on the results (Q, C, D) are referring to activities and tasks that you are listing. </a:t>
            </a:r>
          </a:p>
        </p:txBody>
      </p:sp>
      <p:sp>
        <p:nvSpPr>
          <p:cNvPr id="111620" name="Slide Number Placeholder 3"/>
          <p:cNvSpPr>
            <a:spLocks noGrp="1"/>
          </p:cNvSpPr>
          <p:nvPr>
            <p:ph type="sldNum" sz="quarter" idx="5"/>
          </p:nvPr>
        </p:nvSpPr>
        <p:spPr/>
        <p:txBody>
          <a:bodyPr/>
          <a:lstStyle/>
          <a:p>
            <a:pPr>
              <a:defRPr/>
            </a:pPr>
            <a:fld id="{5303391C-8EE7-42BB-9FF1-FA46D5BD94BF}" type="slidenum">
              <a:rPr lang="en-US" smtClean="0"/>
              <a:pPr>
                <a:defRPr/>
              </a:pPr>
              <a:t>17</a:t>
            </a:fld>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xfrm>
            <a:off x="406400" y="696913"/>
            <a:ext cx="6197600" cy="3486150"/>
          </a:xfrm>
          <a:ln/>
        </p:spPr>
      </p:sp>
      <p:sp>
        <p:nvSpPr>
          <p:cNvPr id="655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r>
              <a:rPr lang="ru-RU" altLang="ru-RU" sz="1500" smtClean="0">
                <a:solidFill>
                  <a:srgbClr val="000000"/>
                </a:solidFill>
                <a:latin typeface="Times"/>
              </a:rPr>
              <a:t>Чтобы увеличить контроль процесса и сделать предсказуемыми результаты, процесс раскладывается до уровня Задач</a:t>
            </a:r>
          </a:p>
          <a:p>
            <a:pPr eaLnBrk="1" hangingPunct="1">
              <a:buFontTx/>
              <a:buChar char="•"/>
            </a:pPr>
            <a:r>
              <a:rPr lang="ru-RU" altLang="ru-RU" sz="1500" smtClean="0">
                <a:solidFill>
                  <a:srgbClr val="000000"/>
                </a:solidFill>
                <a:latin typeface="Times"/>
              </a:rPr>
              <a:t>Это позволяет нам определить:</a:t>
            </a:r>
          </a:p>
          <a:p>
            <a:pPr eaLnBrk="1" hangingPunct="1">
              <a:buFont typeface="Wingdings" pitchFamily="2" charset="2"/>
              <a:buChar char="ü"/>
            </a:pPr>
            <a:r>
              <a:rPr lang="ru-RU" altLang="ru-RU" sz="1500" smtClean="0">
                <a:solidFill>
                  <a:srgbClr val="000000"/>
                </a:solidFill>
                <a:latin typeface="Times"/>
              </a:rPr>
              <a:t>Определить индикаторы измерения эффективности процесса на каждом шаге</a:t>
            </a:r>
            <a:endParaRPr lang="en-US" altLang="ru-RU" sz="1500" smtClean="0">
              <a:solidFill>
                <a:srgbClr val="000000"/>
              </a:solidFill>
              <a:latin typeface="Times"/>
            </a:endParaRPr>
          </a:p>
          <a:p>
            <a:pPr marL="285750" lvl="1" eaLnBrk="1" hangingPunct="1">
              <a:buFont typeface="Wingdings" pitchFamily="2" charset="2"/>
              <a:buChar char="ü"/>
            </a:pPr>
            <a:r>
              <a:rPr lang="ru-RU" altLang="ru-RU" sz="1500" smtClean="0">
                <a:solidFill>
                  <a:srgbClr val="000000"/>
                </a:solidFill>
                <a:latin typeface="Times"/>
              </a:rPr>
              <a:t>Определить стандарты на задачи </a:t>
            </a:r>
            <a:endParaRPr lang="en-US" altLang="ru-RU" sz="1500" smtClean="0">
              <a:solidFill>
                <a:srgbClr val="000000"/>
              </a:solidFill>
              <a:latin typeface="Times"/>
            </a:endParaRPr>
          </a:p>
          <a:p>
            <a:endParaRPr lang="ru-RU" altLang="ru-RU" smtClean="0">
              <a:latin typeface="Times"/>
            </a:endParaRPr>
          </a:p>
        </p:txBody>
      </p:sp>
      <p:sp>
        <p:nvSpPr>
          <p:cNvPr id="4" name="Slide Number Placeholder 3"/>
          <p:cNvSpPr>
            <a:spLocks noGrp="1"/>
          </p:cNvSpPr>
          <p:nvPr>
            <p:ph type="sldNum" sz="quarter" idx="5"/>
          </p:nvPr>
        </p:nvSpPr>
        <p:spPr/>
        <p:txBody>
          <a:bodyPr/>
          <a:lstStyle/>
          <a:p>
            <a:pPr>
              <a:defRPr/>
            </a:pPr>
            <a:fld id="{531EF892-364B-4EA4-98D5-2640B5BD253C}" type="slidenum">
              <a:rPr lang="en-US" smtClean="0"/>
              <a:pPr>
                <a:defRPr/>
              </a:pPr>
              <a:t>18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mlDrawing" Target="../drawings/vmlDrawing1.vml"/><Relationship Id="rId1" Type="http://schemas.openxmlformats.org/officeDocument/2006/relationships/themeOverride" Target="../theme/themeOverride1.xml"/><Relationship Id="rId6" Type="http://schemas.openxmlformats.org/officeDocument/2006/relationships/oleObject" Target="../embeddings/oleObject2.bin"/><Relationship Id="rId5" Type="http://schemas.openxmlformats.org/officeDocument/2006/relationships/image" Target="../media/image1.png"/><Relationship Id="rId4" Type="http://schemas.openxmlformats.org/officeDocument/2006/relationships/oleObject" Target="../embeddings/oleObject1.bin"/></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aphicFrame>
        <p:nvGraphicFramePr>
          <p:cNvPr id="3" name="Object 10"/>
          <p:cNvGraphicFramePr>
            <a:graphicFrameLocks noChangeAspect="1"/>
          </p:cNvGraphicFramePr>
          <p:nvPr userDrawn="1"/>
        </p:nvGraphicFramePr>
        <p:xfrm>
          <a:off x="7315200" y="4572000"/>
          <a:ext cx="1447800" cy="400050"/>
        </p:xfrm>
        <a:graphic>
          <a:graphicData uri="http://schemas.openxmlformats.org/presentationml/2006/ole">
            <mc:AlternateContent xmlns:mc="http://schemas.openxmlformats.org/markup-compatibility/2006">
              <mc:Choice xmlns:v="urn:schemas-microsoft-com:vml" Requires="v">
                <p:oleObj spid="_x0000_s88082" name="Photo Editor Photo" r:id="rId4" imgW="1076475" imgH="371527" progId="">
                  <p:embed/>
                </p:oleObj>
              </mc:Choice>
              <mc:Fallback>
                <p:oleObj name="Photo Editor Photo" r:id="rId4" imgW="1076475" imgH="371527"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15200" y="4572000"/>
                        <a:ext cx="14478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990100"/>
                              </a:outerShdw>
                            </a:effectLst>
                          </a14:hiddenEffects>
                        </a:ext>
                      </a:extLst>
                    </p:spPr>
                  </p:pic>
                </p:oleObj>
              </mc:Fallback>
            </mc:AlternateContent>
          </a:graphicData>
        </a:graphic>
      </p:graphicFrame>
      <p:graphicFrame>
        <p:nvGraphicFramePr>
          <p:cNvPr id="4" name="Base" hidden="1"/>
          <p:cNvGraphicFramePr>
            <a:graphicFrameLocks/>
          </p:cNvGraphicFramePr>
          <p:nvPr userDrawn="1"/>
        </p:nvGraphicFramePr>
        <p:xfrm>
          <a:off x="1524000" y="1047750"/>
          <a:ext cx="6096000" cy="3048000"/>
        </p:xfrm>
        <a:graphic>
          <a:graphicData uri="http://schemas.openxmlformats.org/presentationml/2006/ole">
            <mc:AlternateContent xmlns:mc="http://schemas.openxmlformats.org/markup-compatibility/2006">
              <mc:Choice xmlns:v="urn:schemas-microsoft-com:vml" Requires="v">
                <p:oleObj spid="_x0000_s88083" r:id="rId6" imgW="0" imgH="0" progId="PowerPoint.Show.8">
                  <p:embed/>
                </p:oleObj>
              </mc:Choice>
              <mc:Fallback>
                <p:oleObj r:id="rId6" imgW="0" imgH="0" progId="PowerPoint.Show.8">
                  <p:embed/>
                  <p:pic>
                    <p:nvPicPr>
                      <p:cNvPr id="0" name=""/>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524000" y="1047750"/>
                        <a:ext cx="6096000" cy="3048000"/>
                      </a:xfrm>
                      <a:prstGeom prst="rect">
                        <a:avLst/>
                      </a:prstGeom>
                      <a:noFill/>
                      <a:ln>
                        <a:noFill/>
                      </a:ln>
                      <a:effectLst/>
                      <a:extLst>
                        <a:ext uri="{909E8E84-426E-40DD-AFC4-6F175D3DCCD1}">
                          <a14:hiddenFill xmlns:a14="http://schemas.microsoft.com/office/drawing/2010/main">
                            <a:solidFill>
                              <a:srgbClr val="B3DB1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6B830A"/>
                              </a:outerShdw>
                            </a:effectLst>
                          </a14:hiddenEffects>
                        </a:ext>
                      </a:extLst>
                    </p:spPr>
                  </p:pic>
                </p:oleObj>
              </mc:Fallback>
            </mc:AlternateContent>
          </a:graphicData>
        </a:graphic>
      </p:graphicFrame>
      <p:sp>
        <p:nvSpPr>
          <p:cNvPr id="1490946" name="Rectangle 2"/>
          <p:cNvSpPr>
            <a:spLocks noGrp="1" noChangeArrowheads="1"/>
          </p:cNvSpPr>
          <p:nvPr>
            <p:ph type="ctrTitle"/>
          </p:nvPr>
        </p:nvSpPr>
        <p:spPr>
          <a:xfrm>
            <a:off x="534988" y="2237185"/>
            <a:ext cx="8064500" cy="857250"/>
          </a:xfrm>
        </p:spPr>
        <p:txBody>
          <a:bodyPr wrap="none"/>
          <a:lstStyle>
            <a:lvl1pPr>
              <a:defRPr/>
            </a:lvl1pPr>
          </a:lstStyle>
          <a:p>
            <a:r>
              <a:rPr lang="en-US"/>
              <a:t>One Point Lesson</a:t>
            </a:r>
          </a:p>
        </p:txBody>
      </p:sp>
    </p:spTree>
    <p:extLst>
      <p:ext uri="{BB962C8B-B14F-4D97-AF65-F5344CB8AC3E}">
        <p14:creationId xmlns:p14="http://schemas.microsoft.com/office/powerpoint/2010/main" val="2451684598"/>
      </p:ext>
    </p:extLst>
  </p:cSld>
  <p:clrMapOvr>
    <a:overrideClrMapping bg1="lt1" tx1="dk1" bg2="lt2" tx2="dk2" accent1="accent1" accent2="accent2" accent3="accent3" accent4="accent4" accent5="accent5" accent6="accent6" hlink="hlink" folHlink="folHlink"/>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149442936"/>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937076042"/>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34988" y="981076"/>
            <a:ext cx="3960812" cy="265152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981076"/>
            <a:ext cx="3962400" cy="265152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235242410"/>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945322627"/>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121945189"/>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7275688"/>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42520730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5241129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17263862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91300" y="257176"/>
            <a:ext cx="2019300" cy="3375422"/>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33400" y="257176"/>
            <a:ext cx="5905500" cy="337542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525013372"/>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19999" y="1746136"/>
            <a:ext cx="8200572" cy="2013857"/>
          </a:xfrm>
        </p:spPr>
        <p:txBody>
          <a:bodyPr vert="horz" lIns="0" tIns="0" rIns="0" bIns="0" rtlCol="0" anchor="ctr" anchorCtr="0">
            <a:noAutofit/>
          </a:bodyPr>
          <a:lstStyle>
            <a:lvl1pPr>
              <a:lnSpc>
                <a:spcPts val="5250"/>
              </a:lnSpc>
              <a:defRPr lang="en-US" sz="5400" baseline="0" dirty="0">
                <a:solidFill>
                  <a:schemeClr val="bg1"/>
                </a:solidFill>
                <a:latin typeface="AB InBev Headlines" pitchFamily="50" charset="0"/>
              </a:defRPr>
            </a:lvl1pPr>
          </a:lstStyle>
          <a:p>
            <a:pPr lvl="0"/>
            <a:r>
              <a:rPr lang="ru-RU" smtClean="0"/>
              <a:t>Образец заголовка</a:t>
            </a:r>
            <a:endParaRPr lang="en-US" dirty="0"/>
          </a:p>
        </p:txBody>
      </p:sp>
      <p:sp>
        <p:nvSpPr>
          <p:cNvPr id="3" name="Subtitle 2"/>
          <p:cNvSpPr>
            <a:spLocks noGrp="1"/>
          </p:cNvSpPr>
          <p:nvPr>
            <p:ph type="subTitle" idx="1"/>
          </p:nvPr>
        </p:nvSpPr>
        <p:spPr>
          <a:xfrm>
            <a:off x="719999" y="4329822"/>
            <a:ext cx="4361543" cy="494364"/>
          </a:xfrm>
        </p:spPr>
        <p:txBody>
          <a:bodyPr vert="horz" lIns="0" tIns="0" rIns="0" bIns="0" rtlCol="0" anchor="ctr" anchorCtr="0">
            <a:noAutofit/>
          </a:bodyPr>
          <a:lstStyle>
            <a:lvl1pPr>
              <a:defRPr lang="en-US" sz="1350" b="0" dirty="0">
                <a:solidFill>
                  <a:schemeClr val="bg1"/>
                </a:solidFill>
                <a:latin typeface="Arial MT Pro Cyr" pitchFamily="34" charset="-52"/>
                <a:ea typeface="+mj-ea"/>
                <a:cs typeface="+mj-cs"/>
              </a:defRPr>
            </a:lvl1pPr>
          </a:lstStyle>
          <a:p>
            <a:pPr lvl="0">
              <a:lnSpc>
                <a:spcPct val="90000"/>
              </a:lnSpc>
              <a:spcBef>
                <a:spcPct val="0"/>
              </a:spcBef>
            </a:pPr>
            <a:r>
              <a:rPr lang="ru-RU" smtClean="0"/>
              <a:t>Образец подзаголовка</a:t>
            </a:r>
            <a:endParaRPr lang="en-US" dirty="0"/>
          </a:p>
        </p:txBody>
      </p:sp>
      <p:pic>
        <p:nvPicPr>
          <p:cNvPr id="1042" name="Picture 18" descr="C:\Users\AAlekseev\Desktop\Untitled-2.jp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1838" y="1367781"/>
            <a:ext cx="1693862" cy="2578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4429000"/>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hree line 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23900" y="1899896"/>
            <a:ext cx="2641600" cy="1379254"/>
          </a:xfrm>
        </p:spPr>
        <p:txBody>
          <a:bodyPr vert="horz" lIns="0" tIns="0" rIns="0" bIns="0" rtlCol="0" anchor="ctr">
            <a:normAutofit/>
          </a:bodyPr>
          <a:lstStyle>
            <a:lvl1pPr>
              <a:defRPr lang="en-US" baseline="0" dirty="0">
                <a:solidFill>
                  <a:srgbClr val="C3002F"/>
                </a:solidFill>
                <a:latin typeface="AB InBev Headlines" pitchFamily="50" charset="0"/>
              </a:defRPr>
            </a:lvl1pPr>
          </a:lstStyle>
          <a:p>
            <a:pPr marL="0" lvl="0"/>
            <a:r>
              <a:rPr lang="ru-RU" smtClean="0"/>
              <a:t>Образец заголовка</a:t>
            </a:r>
            <a:endParaRPr lang="en-US" dirty="0"/>
          </a:p>
        </p:txBody>
      </p:sp>
      <p:sp>
        <p:nvSpPr>
          <p:cNvPr id="3" name="Subtitle 2"/>
          <p:cNvSpPr>
            <a:spLocks noGrp="1"/>
          </p:cNvSpPr>
          <p:nvPr>
            <p:ph type="subTitle" idx="1"/>
          </p:nvPr>
        </p:nvSpPr>
        <p:spPr>
          <a:xfrm>
            <a:off x="3935188" y="1691451"/>
            <a:ext cx="4698999" cy="1796144"/>
          </a:xfrm>
        </p:spPr>
        <p:txBody>
          <a:bodyPr anchor="ctr" anchorCtr="0">
            <a:noAutofit/>
          </a:bodyPr>
          <a:lstStyle>
            <a:lvl1pPr marL="0" indent="0" algn="l">
              <a:buNone/>
              <a:defRPr sz="1400" baseline="0">
                <a:solidFill>
                  <a:srgbClr val="663230"/>
                </a:soli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ru-RU" smtClean="0"/>
              <a:t>Образец подзаголовка</a:t>
            </a:r>
            <a:endParaRPr lang="en-US" dirty="0"/>
          </a:p>
        </p:txBody>
      </p:sp>
      <p:sp>
        <p:nvSpPr>
          <p:cNvPr id="16" name="Rectangle 15"/>
          <p:cNvSpPr/>
          <p:nvPr userDrawn="1"/>
        </p:nvSpPr>
        <p:spPr>
          <a:xfrm>
            <a:off x="3537177" y="1682951"/>
            <a:ext cx="58284" cy="1813143"/>
          </a:xfrm>
          <a:prstGeom prst="rect">
            <a:avLst/>
          </a:prstGeom>
          <a:solidFill>
            <a:srgbClr val="002D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013" dirty="0">
              <a:solidFill>
                <a:prstClr val="white"/>
              </a:solidFill>
            </a:endParaRPr>
          </a:p>
        </p:txBody>
      </p:sp>
      <p:pic>
        <p:nvPicPr>
          <p:cNvPr id="14"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329708" y="4667426"/>
            <a:ext cx="1204469" cy="183328"/>
          </a:xfrm>
          <a:prstGeom prst="rect">
            <a:avLst/>
          </a:prstGeom>
          <a:noFill/>
          <a:extLst>
            <a:ext uri="{909E8E84-426E-40DD-AFC4-6F175D3DCCD1}">
              <a14:hiddenFill xmlns:a14="http://schemas.microsoft.com/office/drawing/2010/main">
                <a:solidFill>
                  <a:srgbClr val="FFFFFF"/>
                </a:solidFill>
              </a14:hiddenFill>
            </a:ext>
          </a:extLst>
        </p:spPr>
      </p:pic>
      <p:sp>
        <p:nvSpPr>
          <p:cNvPr id="15" name="Slide Number Placeholder 5"/>
          <p:cNvSpPr>
            <a:spLocks noGrp="1"/>
          </p:cNvSpPr>
          <p:nvPr>
            <p:ph type="sldNum" sz="quarter" idx="4"/>
          </p:nvPr>
        </p:nvSpPr>
        <p:spPr>
          <a:xfrm>
            <a:off x="8378167" y="4603750"/>
            <a:ext cx="302283" cy="273845"/>
          </a:xfrm>
          <a:prstGeom prst="rect">
            <a:avLst/>
          </a:prstGeom>
        </p:spPr>
        <p:txBody>
          <a:bodyPr vert="horz" lIns="0" tIns="0" rIns="0" bIns="0" rtlCol="0" anchor="b" anchorCtr="0"/>
          <a:lstStyle>
            <a:lvl1pPr algn="ctr">
              <a:defRPr lang="en-US" sz="700" b="1" i="0" kern="1200" baseline="0" smtClean="0">
                <a:solidFill>
                  <a:schemeClr val="bg2"/>
                </a:solidFill>
                <a:latin typeface="Arial MT Pro Cyr" pitchFamily="34" charset="-52"/>
                <a:ea typeface="+mn-ea"/>
                <a:cs typeface="+mn-cs"/>
              </a:defRPr>
            </a:lvl1pPr>
          </a:lstStyle>
          <a:p>
            <a:fld id="{449EE1FA-814C-4BDC-9591-31839B5CF716}" type="slidenum">
              <a:rPr lang="ru-RU">
                <a:solidFill>
                  <a:srgbClr val="45120F"/>
                </a:solidFill>
              </a:rPr>
              <a:pPr/>
              <a:t>‹#›</a:t>
            </a:fld>
            <a:endParaRPr lang="ru-RU" dirty="0">
              <a:solidFill>
                <a:srgbClr val="45120F"/>
              </a:solidFill>
            </a:endParaRPr>
          </a:p>
        </p:txBody>
      </p:sp>
      <p:sp>
        <p:nvSpPr>
          <p:cNvPr id="17" name="Footer Placeholder 4"/>
          <p:cNvSpPr>
            <a:spLocks noGrp="1"/>
          </p:cNvSpPr>
          <p:nvPr>
            <p:ph type="ftr" sz="quarter" idx="3"/>
          </p:nvPr>
        </p:nvSpPr>
        <p:spPr>
          <a:xfrm>
            <a:off x="5479040" y="4595960"/>
            <a:ext cx="2852057" cy="273844"/>
          </a:xfrm>
          <a:prstGeom prst="rect">
            <a:avLst/>
          </a:prstGeom>
        </p:spPr>
        <p:txBody>
          <a:bodyPr lIns="0" tIns="0" rIns="0" bIns="0" anchor="b" anchorCtr="0"/>
          <a:lstStyle>
            <a:lvl1pPr algn="r">
              <a:defRPr sz="700" b="1" i="0" baseline="0">
                <a:solidFill>
                  <a:srgbClr val="663230"/>
                </a:solidFill>
                <a:latin typeface="Arial MT Pro Cyr" pitchFamily="34" charset="-52"/>
              </a:defRPr>
            </a:lvl1pPr>
          </a:lstStyle>
          <a:p>
            <a:r>
              <a:rPr lang="en-US" dirty="0" smtClean="0"/>
              <a:t>PRESENTATION TITLE GOES HERE 2018</a:t>
            </a:r>
            <a:endParaRPr lang="en-US" dirty="0"/>
          </a:p>
        </p:txBody>
      </p:sp>
      <p:sp>
        <p:nvSpPr>
          <p:cNvPr id="20" name="Rectangle 15"/>
          <p:cNvSpPr/>
          <p:nvPr userDrawn="1"/>
        </p:nvSpPr>
        <p:spPr>
          <a:xfrm>
            <a:off x="5518944" y="-2382"/>
            <a:ext cx="3625057" cy="86744"/>
          </a:xfrm>
          <a:custGeom>
            <a:avLst/>
            <a:gdLst>
              <a:gd name="connsiteX0" fmla="*/ 0 w 3606801"/>
              <a:gd name="connsiteY0" fmla="*/ 0 h 84363"/>
              <a:gd name="connsiteX1" fmla="*/ 3606801 w 3606801"/>
              <a:gd name="connsiteY1" fmla="*/ 0 h 84363"/>
              <a:gd name="connsiteX2" fmla="*/ 3606801 w 3606801"/>
              <a:gd name="connsiteY2" fmla="*/ 84363 h 84363"/>
              <a:gd name="connsiteX3" fmla="*/ 0 w 3606801"/>
              <a:gd name="connsiteY3" fmla="*/ 84363 h 84363"/>
              <a:gd name="connsiteX4" fmla="*/ 0 w 3606801"/>
              <a:gd name="connsiteY4" fmla="*/ 0 h 84363"/>
              <a:gd name="connsiteX0" fmla="*/ 35718 w 3606801"/>
              <a:gd name="connsiteY0" fmla="*/ 0 h 86744"/>
              <a:gd name="connsiteX1" fmla="*/ 3606801 w 3606801"/>
              <a:gd name="connsiteY1" fmla="*/ 2381 h 86744"/>
              <a:gd name="connsiteX2" fmla="*/ 3606801 w 3606801"/>
              <a:gd name="connsiteY2" fmla="*/ 86744 h 86744"/>
              <a:gd name="connsiteX3" fmla="*/ 0 w 3606801"/>
              <a:gd name="connsiteY3" fmla="*/ 86744 h 86744"/>
              <a:gd name="connsiteX4" fmla="*/ 35718 w 3606801"/>
              <a:gd name="connsiteY4" fmla="*/ 0 h 86744"/>
              <a:gd name="connsiteX0" fmla="*/ 19049 w 3606801"/>
              <a:gd name="connsiteY0" fmla="*/ 0 h 86744"/>
              <a:gd name="connsiteX1" fmla="*/ 3606801 w 3606801"/>
              <a:gd name="connsiteY1" fmla="*/ 2381 h 86744"/>
              <a:gd name="connsiteX2" fmla="*/ 3606801 w 3606801"/>
              <a:gd name="connsiteY2" fmla="*/ 86744 h 86744"/>
              <a:gd name="connsiteX3" fmla="*/ 0 w 3606801"/>
              <a:gd name="connsiteY3" fmla="*/ 86744 h 86744"/>
              <a:gd name="connsiteX4" fmla="*/ 19049 w 3606801"/>
              <a:gd name="connsiteY4" fmla="*/ 0 h 86744"/>
              <a:gd name="connsiteX0" fmla="*/ 16668 w 3604420"/>
              <a:gd name="connsiteY0" fmla="*/ 0 h 86744"/>
              <a:gd name="connsiteX1" fmla="*/ 3604420 w 3604420"/>
              <a:gd name="connsiteY1" fmla="*/ 2381 h 86744"/>
              <a:gd name="connsiteX2" fmla="*/ 3604420 w 3604420"/>
              <a:gd name="connsiteY2" fmla="*/ 86744 h 86744"/>
              <a:gd name="connsiteX3" fmla="*/ 0 w 3604420"/>
              <a:gd name="connsiteY3" fmla="*/ 84362 h 86744"/>
              <a:gd name="connsiteX4" fmla="*/ 16668 w 3604420"/>
              <a:gd name="connsiteY4" fmla="*/ 0 h 86744"/>
              <a:gd name="connsiteX0" fmla="*/ 33337 w 3621089"/>
              <a:gd name="connsiteY0" fmla="*/ 0 h 86744"/>
              <a:gd name="connsiteX1" fmla="*/ 3621089 w 3621089"/>
              <a:gd name="connsiteY1" fmla="*/ 2381 h 86744"/>
              <a:gd name="connsiteX2" fmla="*/ 3621089 w 3621089"/>
              <a:gd name="connsiteY2" fmla="*/ 86744 h 86744"/>
              <a:gd name="connsiteX3" fmla="*/ 0 w 3621089"/>
              <a:gd name="connsiteY3" fmla="*/ 84362 h 86744"/>
              <a:gd name="connsiteX4" fmla="*/ 33337 w 3621089"/>
              <a:gd name="connsiteY4" fmla="*/ 0 h 86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1089" h="86744">
                <a:moveTo>
                  <a:pt x="33337" y="0"/>
                </a:moveTo>
                <a:lnTo>
                  <a:pt x="3621089" y="2381"/>
                </a:lnTo>
                <a:lnTo>
                  <a:pt x="3621089" y="86744"/>
                </a:lnTo>
                <a:lnTo>
                  <a:pt x="0" y="84362"/>
                </a:lnTo>
                <a:lnTo>
                  <a:pt x="33337" y="0"/>
                </a:lnTo>
                <a:close/>
              </a:path>
            </a:pathLst>
          </a:custGeom>
          <a:solidFill>
            <a:srgbClr val="002D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013" dirty="0">
              <a:solidFill>
                <a:srgbClr val="002D73"/>
              </a:solidFill>
            </a:endParaRPr>
          </a:p>
        </p:txBody>
      </p:sp>
      <p:sp>
        <p:nvSpPr>
          <p:cNvPr id="21" name="Rectangle 10"/>
          <p:cNvSpPr/>
          <p:nvPr userDrawn="1"/>
        </p:nvSpPr>
        <p:spPr>
          <a:xfrm>
            <a:off x="-1884" y="-2382"/>
            <a:ext cx="5527341" cy="89125"/>
          </a:xfrm>
          <a:custGeom>
            <a:avLst/>
            <a:gdLst>
              <a:gd name="connsiteX0" fmla="*/ 0 w 2285999"/>
              <a:gd name="connsiteY0" fmla="*/ 0 h 84363"/>
              <a:gd name="connsiteX1" fmla="*/ 2285999 w 2285999"/>
              <a:gd name="connsiteY1" fmla="*/ 0 h 84363"/>
              <a:gd name="connsiteX2" fmla="*/ 2285999 w 2285999"/>
              <a:gd name="connsiteY2" fmla="*/ 84363 h 84363"/>
              <a:gd name="connsiteX3" fmla="*/ 0 w 2285999"/>
              <a:gd name="connsiteY3" fmla="*/ 84363 h 84363"/>
              <a:gd name="connsiteX4" fmla="*/ 0 w 2285999"/>
              <a:gd name="connsiteY4" fmla="*/ 0 h 84363"/>
              <a:gd name="connsiteX0" fmla="*/ 0 w 2352674"/>
              <a:gd name="connsiteY0" fmla="*/ 2381 h 86744"/>
              <a:gd name="connsiteX1" fmla="*/ 2352674 w 2352674"/>
              <a:gd name="connsiteY1" fmla="*/ 0 h 86744"/>
              <a:gd name="connsiteX2" fmla="*/ 2285999 w 2352674"/>
              <a:gd name="connsiteY2" fmla="*/ 86744 h 86744"/>
              <a:gd name="connsiteX3" fmla="*/ 0 w 2352674"/>
              <a:gd name="connsiteY3" fmla="*/ 86744 h 86744"/>
              <a:gd name="connsiteX4" fmla="*/ 0 w 2352674"/>
              <a:gd name="connsiteY4" fmla="*/ 2381 h 86744"/>
              <a:gd name="connsiteX0" fmla="*/ 0 w 2299704"/>
              <a:gd name="connsiteY0" fmla="*/ 0 h 84363"/>
              <a:gd name="connsiteX1" fmla="*/ 2299704 w 2299704"/>
              <a:gd name="connsiteY1" fmla="*/ 0 h 84363"/>
              <a:gd name="connsiteX2" fmla="*/ 2285999 w 2299704"/>
              <a:gd name="connsiteY2" fmla="*/ 84363 h 84363"/>
              <a:gd name="connsiteX3" fmla="*/ 0 w 2299704"/>
              <a:gd name="connsiteY3" fmla="*/ 84363 h 84363"/>
              <a:gd name="connsiteX4" fmla="*/ 0 w 2299704"/>
              <a:gd name="connsiteY4" fmla="*/ 0 h 84363"/>
              <a:gd name="connsiteX0" fmla="*/ 0 w 2299704"/>
              <a:gd name="connsiteY0" fmla="*/ 0 h 86744"/>
              <a:gd name="connsiteX1" fmla="*/ 2299704 w 2299704"/>
              <a:gd name="connsiteY1" fmla="*/ 0 h 86744"/>
              <a:gd name="connsiteX2" fmla="*/ 2280028 w 2299704"/>
              <a:gd name="connsiteY2" fmla="*/ 86744 h 86744"/>
              <a:gd name="connsiteX3" fmla="*/ 0 w 2299704"/>
              <a:gd name="connsiteY3" fmla="*/ 84363 h 86744"/>
              <a:gd name="connsiteX4" fmla="*/ 0 w 2299704"/>
              <a:gd name="connsiteY4" fmla="*/ 0 h 86744"/>
              <a:gd name="connsiteX0" fmla="*/ 0 w 2299704"/>
              <a:gd name="connsiteY0" fmla="*/ 0 h 84363"/>
              <a:gd name="connsiteX1" fmla="*/ 2299704 w 2299704"/>
              <a:gd name="connsiteY1" fmla="*/ 0 h 84363"/>
              <a:gd name="connsiteX2" fmla="*/ 2285999 w 2299704"/>
              <a:gd name="connsiteY2" fmla="*/ 84363 h 84363"/>
              <a:gd name="connsiteX3" fmla="*/ 0 w 2299704"/>
              <a:gd name="connsiteY3" fmla="*/ 84363 h 84363"/>
              <a:gd name="connsiteX4" fmla="*/ 0 w 2299704"/>
              <a:gd name="connsiteY4" fmla="*/ 0 h 84363"/>
              <a:gd name="connsiteX0" fmla="*/ 0 w 2323715"/>
              <a:gd name="connsiteY0" fmla="*/ 4763 h 89126"/>
              <a:gd name="connsiteX1" fmla="*/ 2323715 w 2323715"/>
              <a:gd name="connsiteY1" fmla="*/ 0 h 89126"/>
              <a:gd name="connsiteX2" fmla="*/ 2285999 w 2323715"/>
              <a:gd name="connsiteY2" fmla="*/ 89126 h 89126"/>
              <a:gd name="connsiteX3" fmla="*/ 0 w 2323715"/>
              <a:gd name="connsiteY3" fmla="*/ 89126 h 89126"/>
              <a:gd name="connsiteX4" fmla="*/ 0 w 2323715"/>
              <a:gd name="connsiteY4" fmla="*/ 4763 h 89126"/>
              <a:gd name="connsiteX0" fmla="*/ 0 w 2323715"/>
              <a:gd name="connsiteY0" fmla="*/ 4763 h 89126"/>
              <a:gd name="connsiteX1" fmla="*/ 2323715 w 2323715"/>
              <a:gd name="connsiteY1" fmla="*/ 0 h 89126"/>
              <a:gd name="connsiteX2" fmla="*/ 2309009 w 2323715"/>
              <a:gd name="connsiteY2" fmla="*/ 81982 h 89126"/>
              <a:gd name="connsiteX3" fmla="*/ 0 w 2323715"/>
              <a:gd name="connsiteY3" fmla="*/ 89126 h 89126"/>
              <a:gd name="connsiteX4" fmla="*/ 0 w 2323715"/>
              <a:gd name="connsiteY4" fmla="*/ 4763 h 89126"/>
              <a:gd name="connsiteX0" fmla="*/ 0 w 2323715"/>
              <a:gd name="connsiteY0" fmla="*/ 4763 h 89126"/>
              <a:gd name="connsiteX1" fmla="*/ 2323715 w 2323715"/>
              <a:gd name="connsiteY1" fmla="*/ 0 h 89126"/>
              <a:gd name="connsiteX2" fmla="*/ 2308009 w 2323715"/>
              <a:gd name="connsiteY2" fmla="*/ 89126 h 89126"/>
              <a:gd name="connsiteX3" fmla="*/ 0 w 2323715"/>
              <a:gd name="connsiteY3" fmla="*/ 89126 h 89126"/>
              <a:gd name="connsiteX4" fmla="*/ 0 w 2323715"/>
              <a:gd name="connsiteY4" fmla="*/ 4763 h 89126"/>
              <a:gd name="connsiteX0" fmla="*/ 0 w 2318713"/>
              <a:gd name="connsiteY0" fmla="*/ 0 h 84363"/>
              <a:gd name="connsiteX1" fmla="*/ 2318713 w 2318713"/>
              <a:gd name="connsiteY1" fmla="*/ 0 h 84363"/>
              <a:gd name="connsiteX2" fmla="*/ 2308009 w 2318713"/>
              <a:gd name="connsiteY2" fmla="*/ 84363 h 84363"/>
              <a:gd name="connsiteX3" fmla="*/ 0 w 2318713"/>
              <a:gd name="connsiteY3" fmla="*/ 84363 h 84363"/>
              <a:gd name="connsiteX4" fmla="*/ 0 w 2318713"/>
              <a:gd name="connsiteY4" fmla="*/ 0 h 84363"/>
              <a:gd name="connsiteX0" fmla="*/ 0 w 2318713"/>
              <a:gd name="connsiteY0" fmla="*/ 0 h 84363"/>
              <a:gd name="connsiteX1" fmla="*/ 2318713 w 2318713"/>
              <a:gd name="connsiteY1" fmla="*/ 0 h 84363"/>
              <a:gd name="connsiteX2" fmla="*/ 2304007 w 2318713"/>
              <a:gd name="connsiteY2" fmla="*/ 81982 h 84363"/>
              <a:gd name="connsiteX3" fmla="*/ 0 w 2318713"/>
              <a:gd name="connsiteY3" fmla="*/ 84363 h 84363"/>
              <a:gd name="connsiteX4" fmla="*/ 0 w 2318713"/>
              <a:gd name="connsiteY4" fmla="*/ 0 h 84363"/>
              <a:gd name="connsiteX0" fmla="*/ 0 w 2318713"/>
              <a:gd name="connsiteY0" fmla="*/ 0 h 84363"/>
              <a:gd name="connsiteX1" fmla="*/ 2318713 w 2318713"/>
              <a:gd name="connsiteY1" fmla="*/ 0 h 84363"/>
              <a:gd name="connsiteX2" fmla="*/ 2312983 w 2318713"/>
              <a:gd name="connsiteY2" fmla="*/ 81982 h 84363"/>
              <a:gd name="connsiteX3" fmla="*/ 0 w 2318713"/>
              <a:gd name="connsiteY3" fmla="*/ 84363 h 84363"/>
              <a:gd name="connsiteX4" fmla="*/ 0 w 2318713"/>
              <a:gd name="connsiteY4" fmla="*/ 0 h 84363"/>
              <a:gd name="connsiteX0" fmla="*/ 0 w 2325694"/>
              <a:gd name="connsiteY0" fmla="*/ 0 h 84363"/>
              <a:gd name="connsiteX1" fmla="*/ 2325694 w 2325694"/>
              <a:gd name="connsiteY1" fmla="*/ 2382 h 84363"/>
              <a:gd name="connsiteX2" fmla="*/ 2312983 w 2325694"/>
              <a:gd name="connsiteY2" fmla="*/ 81982 h 84363"/>
              <a:gd name="connsiteX3" fmla="*/ 0 w 2325694"/>
              <a:gd name="connsiteY3" fmla="*/ 84363 h 84363"/>
              <a:gd name="connsiteX4" fmla="*/ 0 w 2325694"/>
              <a:gd name="connsiteY4" fmla="*/ 0 h 84363"/>
              <a:gd name="connsiteX0" fmla="*/ 0 w 2326692"/>
              <a:gd name="connsiteY0" fmla="*/ 0 h 84363"/>
              <a:gd name="connsiteX1" fmla="*/ 2326692 w 2326692"/>
              <a:gd name="connsiteY1" fmla="*/ 0 h 84363"/>
              <a:gd name="connsiteX2" fmla="*/ 2312983 w 2326692"/>
              <a:gd name="connsiteY2" fmla="*/ 81982 h 84363"/>
              <a:gd name="connsiteX3" fmla="*/ 0 w 2326692"/>
              <a:gd name="connsiteY3" fmla="*/ 84363 h 84363"/>
              <a:gd name="connsiteX4" fmla="*/ 0 w 2326692"/>
              <a:gd name="connsiteY4" fmla="*/ 0 h 84363"/>
              <a:gd name="connsiteX0" fmla="*/ 0 w 2326692"/>
              <a:gd name="connsiteY0" fmla="*/ 0 h 84363"/>
              <a:gd name="connsiteX1" fmla="*/ 2326692 w 2326692"/>
              <a:gd name="connsiteY1" fmla="*/ 0 h 84363"/>
              <a:gd name="connsiteX2" fmla="*/ 2312983 w 2326692"/>
              <a:gd name="connsiteY2" fmla="*/ 81982 h 84363"/>
              <a:gd name="connsiteX3" fmla="*/ 9973 w 2326692"/>
              <a:gd name="connsiteY3" fmla="*/ 84363 h 84363"/>
              <a:gd name="connsiteX4" fmla="*/ 0 w 2326692"/>
              <a:gd name="connsiteY4" fmla="*/ 0 h 84363"/>
              <a:gd name="connsiteX0" fmla="*/ 1995 w 2316719"/>
              <a:gd name="connsiteY0" fmla="*/ 0 h 86744"/>
              <a:gd name="connsiteX1" fmla="*/ 2316719 w 2316719"/>
              <a:gd name="connsiteY1" fmla="*/ 2381 h 86744"/>
              <a:gd name="connsiteX2" fmla="*/ 2303010 w 2316719"/>
              <a:gd name="connsiteY2" fmla="*/ 84363 h 86744"/>
              <a:gd name="connsiteX3" fmla="*/ 0 w 2316719"/>
              <a:gd name="connsiteY3" fmla="*/ 86744 h 86744"/>
              <a:gd name="connsiteX4" fmla="*/ 1995 w 2316719"/>
              <a:gd name="connsiteY4" fmla="*/ 0 h 86744"/>
              <a:gd name="connsiteX0" fmla="*/ 0 w 2314724"/>
              <a:gd name="connsiteY0" fmla="*/ 0 h 86744"/>
              <a:gd name="connsiteX1" fmla="*/ 2314724 w 2314724"/>
              <a:gd name="connsiteY1" fmla="*/ 2381 h 86744"/>
              <a:gd name="connsiteX2" fmla="*/ 2301015 w 2314724"/>
              <a:gd name="connsiteY2" fmla="*/ 84363 h 86744"/>
              <a:gd name="connsiteX3" fmla="*/ 1994 w 2314724"/>
              <a:gd name="connsiteY3" fmla="*/ 86744 h 86744"/>
              <a:gd name="connsiteX4" fmla="*/ 0 w 2314724"/>
              <a:gd name="connsiteY4" fmla="*/ 0 h 86744"/>
              <a:gd name="connsiteX0" fmla="*/ 3062 w 2317786"/>
              <a:gd name="connsiteY0" fmla="*/ 0 h 89125"/>
              <a:gd name="connsiteX1" fmla="*/ 2317786 w 2317786"/>
              <a:gd name="connsiteY1" fmla="*/ 2381 h 89125"/>
              <a:gd name="connsiteX2" fmla="*/ 2304077 w 2317786"/>
              <a:gd name="connsiteY2" fmla="*/ 84363 h 89125"/>
              <a:gd name="connsiteX3" fmla="*/ 69 w 2317786"/>
              <a:gd name="connsiteY3" fmla="*/ 89125 h 89125"/>
              <a:gd name="connsiteX4" fmla="*/ 3062 w 2317786"/>
              <a:gd name="connsiteY4" fmla="*/ 0 h 89125"/>
              <a:gd name="connsiteX0" fmla="*/ 0 w 2314724"/>
              <a:gd name="connsiteY0" fmla="*/ 0 h 86744"/>
              <a:gd name="connsiteX1" fmla="*/ 2314724 w 2314724"/>
              <a:gd name="connsiteY1" fmla="*/ 2381 h 86744"/>
              <a:gd name="connsiteX2" fmla="*/ 2301015 w 2314724"/>
              <a:gd name="connsiteY2" fmla="*/ 84363 h 86744"/>
              <a:gd name="connsiteX3" fmla="*/ 996 w 2314724"/>
              <a:gd name="connsiteY3" fmla="*/ 86744 h 86744"/>
              <a:gd name="connsiteX4" fmla="*/ 0 w 2314724"/>
              <a:gd name="connsiteY4" fmla="*/ 0 h 86744"/>
              <a:gd name="connsiteX0" fmla="*/ 192 w 2314916"/>
              <a:gd name="connsiteY0" fmla="*/ 0 h 89125"/>
              <a:gd name="connsiteX1" fmla="*/ 2314916 w 2314916"/>
              <a:gd name="connsiteY1" fmla="*/ 2381 h 89125"/>
              <a:gd name="connsiteX2" fmla="*/ 2301207 w 2314916"/>
              <a:gd name="connsiteY2" fmla="*/ 84363 h 89125"/>
              <a:gd name="connsiteX3" fmla="*/ 191 w 2314916"/>
              <a:gd name="connsiteY3" fmla="*/ 89125 h 89125"/>
              <a:gd name="connsiteX4" fmla="*/ 192 w 2314916"/>
              <a:gd name="connsiteY4" fmla="*/ 0 h 89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916" h="89125">
                <a:moveTo>
                  <a:pt x="192" y="0"/>
                </a:moveTo>
                <a:lnTo>
                  <a:pt x="2314916" y="2381"/>
                </a:lnTo>
                <a:lnTo>
                  <a:pt x="2301207" y="84363"/>
                </a:lnTo>
                <a:lnTo>
                  <a:pt x="191" y="89125"/>
                </a:lnTo>
                <a:cubicBezTo>
                  <a:pt x="-474" y="60210"/>
                  <a:pt x="857" y="28915"/>
                  <a:pt x="192" y="0"/>
                </a:cubicBezTo>
                <a:close/>
              </a:path>
            </a:pathLst>
          </a:custGeom>
          <a:solidFill>
            <a:srgbClr val="C300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ru-RU" sz="1350" dirty="0">
                <a:solidFill>
                  <a:srgbClr val="B02239"/>
                </a:solidFill>
              </a:rPr>
              <a:t>       </a:t>
            </a:r>
            <a:endParaRPr lang="en-US" sz="1350" dirty="0">
              <a:solidFill>
                <a:srgbClr val="B02239"/>
              </a:solidFill>
            </a:endParaRPr>
          </a:p>
        </p:txBody>
      </p:sp>
    </p:spTree>
    <p:extLst>
      <p:ext uri="{BB962C8B-B14F-4D97-AF65-F5344CB8AC3E}">
        <p14:creationId xmlns:p14="http://schemas.microsoft.com/office/powerpoint/2010/main" val="3598259149"/>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1968">
          <p15:clr>
            <a:srgbClr val="FBAE40"/>
          </p15:clr>
        </p15:guide>
        <p15:guide id="2" pos="237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11" name="Title Placeholder 1"/>
          <p:cNvSpPr>
            <a:spLocks noGrp="1"/>
          </p:cNvSpPr>
          <p:nvPr>
            <p:ph type="title"/>
          </p:nvPr>
        </p:nvSpPr>
        <p:spPr>
          <a:xfrm>
            <a:off x="717551" y="784622"/>
            <a:ext cx="7886700" cy="994172"/>
          </a:xfrm>
          <a:prstGeom prst="rect">
            <a:avLst/>
          </a:prstGeom>
        </p:spPr>
        <p:txBody>
          <a:bodyPr vert="horz" lIns="0" tIns="0" rIns="0" bIns="0" rtlCol="0" anchor="ctr">
            <a:normAutofit/>
          </a:bodyPr>
          <a:lstStyle/>
          <a:p>
            <a:r>
              <a:rPr lang="ru-RU" smtClean="0"/>
              <a:t>Образец заголовка</a:t>
            </a:r>
            <a:endParaRPr lang="en-US" dirty="0"/>
          </a:p>
        </p:txBody>
      </p:sp>
      <p:sp>
        <p:nvSpPr>
          <p:cNvPr id="12" name="Text Placeholder 2"/>
          <p:cNvSpPr>
            <a:spLocks noGrp="1"/>
          </p:cNvSpPr>
          <p:nvPr>
            <p:ph idx="1"/>
          </p:nvPr>
        </p:nvSpPr>
        <p:spPr>
          <a:xfrm>
            <a:off x="717551" y="1879996"/>
            <a:ext cx="7886700" cy="2649615"/>
          </a:xfrm>
          <a:prstGeom prst="rect">
            <a:avLst/>
          </a:prstGeom>
        </p:spPr>
        <p:txBody>
          <a:bodyPr vert="horz" lIns="0" tIns="0" rIns="0" bIns="0" rtlCol="0">
            <a:noAutofit/>
          </a:bodyPr>
          <a:lstStyle/>
          <a:p>
            <a:pPr lvl="0"/>
            <a:r>
              <a:rPr lang="ru-RU" dirty="0" smtClean="0"/>
              <a:t>Образец текста</a:t>
            </a:r>
          </a:p>
          <a:p>
            <a:pPr lvl="1"/>
            <a:r>
              <a:rPr lang="ru-RU" dirty="0" smtClean="0"/>
              <a:t>Второй уровень</a:t>
            </a:r>
          </a:p>
          <a:p>
            <a:pPr lvl="2"/>
            <a:r>
              <a:rPr lang="ru-RU" dirty="0" smtClean="0"/>
              <a:t>Третий уровень</a:t>
            </a:r>
          </a:p>
          <a:p>
            <a:pPr lvl="3"/>
            <a:r>
              <a:rPr lang="ru-RU" dirty="0" smtClean="0"/>
              <a:t>Четвертый уровень</a:t>
            </a:r>
          </a:p>
          <a:p>
            <a:pPr lvl="4"/>
            <a:r>
              <a:rPr lang="ru-RU" dirty="0" smtClean="0"/>
              <a:t>Пятый уровень</a:t>
            </a:r>
            <a:endParaRPr lang="en-US" dirty="0"/>
          </a:p>
        </p:txBody>
      </p:sp>
      <p:sp>
        <p:nvSpPr>
          <p:cNvPr id="6" name="Slide Number Placeholder 5"/>
          <p:cNvSpPr>
            <a:spLocks noGrp="1"/>
          </p:cNvSpPr>
          <p:nvPr>
            <p:ph type="sldNum" sz="quarter" idx="4"/>
          </p:nvPr>
        </p:nvSpPr>
        <p:spPr>
          <a:xfrm>
            <a:off x="8378167" y="4603750"/>
            <a:ext cx="302283" cy="273845"/>
          </a:xfrm>
          <a:prstGeom prst="rect">
            <a:avLst/>
          </a:prstGeom>
        </p:spPr>
        <p:txBody>
          <a:bodyPr vert="horz" lIns="0" tIns="0" rIns="0" bIns="0" rtlCol="0" anchor="b" anchorCtr="0"/>
          <a:lstStyle>
            <a:lvl1pPr algn="ctr">
              <a:defRPr lang="en-US" sz="700" b="1" i="0" kern="1200" baseline="0" smtClean="0">
                <a:solidFill>
                  <a:schemeClr val="bg2"/>
                </a:solidFill>
                <a:latin typeface="Arial MT Pro Cyr" pitchFamily="34" charset="-52"/>
                <a:ea typeface="+mn-ea"/>
                <a:cs typeface="+mn-cs"/>
              </a:defRPr>
            </a:lvl1pPr>
          </a:lstStyle>
          <a:p>
            <a:fld id="{449EE1FA-814C-4BDC-9591-31839B5CF716}" type="slidenum">
              <a:rPr lang="ru-RU">
                <a:solidFill>
                  <a:srgbClr val="45120F"/>
                </a:solidFill>
              </a:rPr>
              <a:pPr/>
              <a:t>‹#›</a:t>
            </a:fld>
            <a:endParaRPr lang="ru-RU" dirty="0">
              <a:solidFill>
                <a:srgbClr val="45120F"/>
              </a:solidFill>
            </a:endParaRPr>
          </a:p>
        </p:txBody>
      </p:sp>
      <p:sp>
        <p:nvSpPr>
          <p:cNvPr id="9" name="Footer Placeholder 4"/>
          <p:cNvSpPr>
            <a:spLocks noGrp="1"/>
          </p:cNvSpPr>
          <p:nvPr>
            <p:ph type="ftr" sz="quarter" idx="3"/>
          </p:nvPr>
        </p:nvSpPr>
        <p:spPr>
          <a:xfrm>
            <a:off x="5479040" y="4595960"/>
            <a:ext cx="2852057" cy="273844"/>
          </a:xfrm>
          <a:prstGeom prst="rect">
            <a:avLst/>
          </a:prstGeom>
        </p:spPr>
        <p:txBody>
          <a:bodyPr lIns="0" tIns="0" rIns="0" bIns="0" anchor="b" anchorCtr="0"/>
          <a:lstStyle>
            <a:lvl1pPr algn="r">
              <a:defRPr sz="700" b="1" i="0" baseline="0">
                <a:solidFill>
                  <a:srgbClr val="663230"/>
                </a:solidFill>
                <a:latin typeface="Arial MT Pro Cyr" pitchFamily="34" charset="-52"/>
              </a:defRPr>
            </a:lvl1pPr>
          </a:lstStyle>
          <a:p>
            <a:r>
              <a:rPr lang="en-US" dirty="0" smtClean="0"/>
              <a:t>PRESENTATION TITLE GOES HERE 2018</a:t>
            </a:r>
            <a:endParaRPr lang="en-US" dirty="0"/>
          </a:p>
        </p:txBody>
      </p:sp>
    </p:spTree>
    <p:extLst>
      <p:ext uri="{BB962C8B-B14F-4D97-AF65-F5344CB8AC3E}">
        <p14:creationId xmlns:p14="http://schemas.microsoft.com/office/powerpoint/2010/main" val="3052229620"/>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2 up">
    <p:spTree>
      <p:nvGrpSpPr>
        <p:cNvPr id="1" name=""/>
        <p:cNvGrpSpPr/>
        <p:nvPr/>
      </p:nvGrpSpPr>
      <p:grpSpPr>
        <a:xfrm>
          <a:off x="0" y="0"/>
          <a:ext cx="0" cy="0"/>
          <a:chOff x="0" y="0"/>
          <a:chExt cx="0" cy="0"/>
        </a:xfrm>
      </p:grpSpPr>
      <p:sp>
        <p:nvSpPr>
          <p:cNvPr id="8" name="Content Placeholder 2"/>
          <p:cNvSpPr>
            <a:spLocks noGrp="1"/>
          </p:cNvSpPr>
          <p:nvPr>
            <p:ph idx="1"/>
          </p:nvPr>
        </p:nvSpPr>
        <p:spPr>
          <a:xfrm>
            <a:off x="719999" y="1914352"/>
            <a:ext cx="3803650" cy="2815431"/>
          </a:xfrm>
        </p:spPr>
        <p:txBody>
          <a:bodyPr/>
          <a:lstStyle>
            <a:lvl1pPr marL="0" indent="0" algn="l" defTabSz="685800" rtl="0" eaLnBrk="1" latinLnBrk="0" hangingPunct="1">
              <a:lnSpc>
                <a:spcPct val="100000"/>
              </a:lnSpc>
              <a:spcBef>
                <a:spcPts val="450"/>
              </a:spcBef>
              <a:buFont typeface="Arial" panose="020B0604020202020204" pitchFamily="34" charset="0"/>
              <a:buNone/>
              <a:defRPr lang="en-US" sz="1600" b="1" kern="1200" baseline="0" dirty="0" smtClean="0">
                <a:solidFill>
                  <a:srgbClr val="002D73"/>
                </a:solidFill>
                <a:latin typeface="AB InBev Headlines" pitchFamily="50" charset="0"/>
                <a:ea typeface="+mn-ea"/>
                <a:cs typeface="+mn-cs"/>
              </a:defRPr>
            </a:lvl1pPr>
            <a:lvl2pPr>
              <a:spcBef>
                <a:spcPts val="0"/>
              </a:spcBef>
              <a:defRPr lang="en-US" sz="1200" kern="1200" baseline="0" dirty="0" smtClean="0">
                <a:solidFill>
                  <a:srgbClr val="76464B"/>
                </a:solidFill>
                <a:latin typeface="Arial MT Pro Cyr" pitchFamily="34" charset="-52"/>
                <a:ea typeface="+mn-ea"/>
                <a:cs typeface="+mn-cs"/>
              </a:defRPr>
            </a:lvl2pPr>
            <a:lvl3pPr>
              <a:defRPr lang="en-US" sz="1200" kern="1200" baseline="0" dirty="0" smtClean="0">
                <a:solidFill>
                  <a:srgbClr val="76464B"/>
                </a:solidFill>
                <a:latin typeface="Arial MT Pro Cyr" pitchFamily="34" charset="-52"/>
                <a:ea typeface="+mn-ea"/>
                <a:cs typeface="+mn-cs"/>
              </a:defRPr>
            </a:lvl3pPr>
            <a:lvl4pPr>
              <a:defRPr lang="en-US" sz="1200" kern="1200" baseline="0" dirty="0" smtClean="0">
                <a:solidFill>
                  <a:srgbClr val="76464B"/>
                </a:solidFill>
                <a:latin typeface="Arial MT Pro Cyr" pitchFamily="34" charset="-52"/>
                <a:ea typeface="+mn-ea"/>
                <a:cs typeface="+mn-cs"/>
              </a:defRPr>
            </a:lvl4pPr>
            <a:lvl5pPr>
              <a:defRPr lang="en-US" sz="1200" kern="1200" baseline="0" dirty="0">
                <a:solidFill>
                  <a:srgbClr val="76464B"/>
                </a:solidFill>
                <a:latin typeface="Arial MT Pro Cyr" pitchFamily="34" charset="-52"/>
                <a:ea typeface="+mn-ea"/>
                <a:cs typeface="+mn-cs"/>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9" name="Content Placeholder 2"/>
          <p:cNvSpPr>
            <a:spLocks noGrp="1"/>
          </p:cNvSpPr>
          <p:nvPr>
            <p:ph idx="12"/>
          </p:nvPr>
        </p:nvSpPr>
        <p:spPr>
          <a:xfrm>
            <a:off x="4823082" y="1908002"/>
            <a:ext cx="3803650" cy="2815431"/>
          </a:xfrm>
        </p:spPr>
        <p:txBody>
          <a:bodyPr/>
          <a:lstStyle>
            <a:lvl1pPr marL="0" indent="0" algn="l" defTabSz="685800" rtl="0" eaLnBrk="1" latinLnBrk="0" hangingPunct="1">
              <a:lnSpc>
                <a:spcPct val="100000"/>
              </a:lnSpc>
              <a:spcBef>
                <a:spcPts val="450"/>
              </a:spcBef>
              <a:buFont typeface="Arial" panose="020B0604020202020204" pitchFamily="34" charset="0"/>
              <a:buNone/>
              <a:defRPr lang="en-US" sz="1600" b="1" kern="1200" baseline="0" dirty="0" smtClean="0">
                <a:solidFill>
                  <a:srgbClr val="002D73"/>
                </a:solidFill>
                <a:latin typeface="AB InBev Headlines" pitchFamily="50" charset="0"/>
                <a:ea typeface="+mn-ea"/>
                <a:cs typeface="+mn-cs"/>
              </a:defRPr>
            </a:lvl1pPr>
            <a:lvl2pPr>
              <a:spcBef>
                <a:spcPts val="0"/>
              </a:spcBef>
              <a:defRPr lang="en-US" sz="1200" kern="1200" baseline="0" dirty="0" smtClean="0">
                <a:solidFill>
                  <a:srgbClr val="76464B"/>
                </a:solidFill>
                <a:latin typeface="Arial MT Pro Cyr" pitchFamily="34" charset="-52"/>
                <a:ea typeface="+mn-ea"/>
                <a:cs typeface="+mn-cs"/>
              </a:defRPr>
            </a:lvl2pPr>
            <a:lvl3pPr>
              <a:defRPr lang="en-US" sz="1200" kern="1200" baseline="0" dirty="0" smtClean="0">
                <a:solidFill>
                  <a:srgbClr val="76464B"/>
                </a:solidFill>
                <a:latin typeface="Arial MT Pro Cyr" pitchFamily="34" charset="-52"/>
                <a:ea typeface="+mn-ea"/>
                <a:cs typeface="+mn-cs"/>
              </a:defRPr>
            </a:lvl3pPr>
            <a:lvl4pPr>
              <a:defRPr lang="en-US" sz="1200" kern="1200" baseline="0" dirty="0" smtClean="0">
                <a:solidFill>
                  <a:srgbClr val="76464B"/>
                </a:solidFill>
                <a:latin typeface="Arial MT Pro Cyr" pitchFamily="34" charset="-52"/>
                <a:ea typeface="+mn-ea"/>
                <a:cs typeface="+mn-cs"/>
              </a:defRPr>
            </a:lvl4pPr>
            <a:lvl5pPr>
              <a:defRPr lang="en-US" sz="1200" kern="1200" baseline="0" dirty="0">
                <a:solidFill>
                  <a:srgbClr val="76464B"/>
                </a:solidFill>
                <a:latin typeface="Arial MT Pro Cyr" pitchFamily="34" charset="-52"/>
                <a:ea typeface="+mn-ea"/>
                <a:cs typeface="+mn-cs"/>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Title 6"/>
          <p:cNvSpPr>
            <a:spLocks noGrp="1"/>
          </p:cNvSpPr>
          <p:nvPr>
            <p:ph type="title"/>
          </p:nvPr>
        </p:nvSpPr>
        <p:spPr/>
        <p:txBody>
          <a:bodyPr>
            <a:noAutofit/>
          </a:bodyPr>
          <a:lstStyle>
            <a:lvl1pPr marL="0" algn="l" defTabSz="685800" rtl="0" eaLnBrk="1" latinLnBrk="0" hangingPunct="1">
              <a:lnSpc>
                <a:spcPct val="90000"/>
              </a:lnSpc>
              <a:spcBef>
                <a:spcPct val="0"/>
              </a:spcBef>
              <a:buNone/>
              <a:defRPr lang="en-US" sz="3200" b="1" kern="1200" baseline="0" dirty="0">
                <a:solidFill>
                  <a:schemeClr val="tx2"/>
                </a:solidFill>
                <a:latin typeface="AB InBev Headlines" pitchFamily="50" charset="0"/>
                <a:ea typeface="+mj-ea"/>
                <a:cs typeface="+mj-cs"/>
              </a:defRPr>
            </a:lvl1pPr>
          </a:lstStyle>
          <a:p>
            <a:r>
              <a:rPr lang="ru-RU" smtClean="0"/>
              <a:t>Образец заголовка</a:t>
            </a:r>
            <a:endParaRPr lang="en-US" dirty="0"/>
          </a:p>
        </p:txBody>
      </p:sp>
      <p:sp>
        <p:nvSpPr>
          <p:cNvPr id="12" name="Slide Number Placeholder 5"/>
          <p:cNvSpPr>
            <a:spLocks noGrp="1"/>
          </p:cNvSpPr>
          <p:nvPr>
            <p:ph type="sldNum" sz="quarter" idx="4"/>
          </p:nvPr>
        </p:nvSpPr>
        <p:spPr>
          <a:xfrm>
            <a:off x="8378167" y="4603750"/>
            <a:ext cx="302283" cy="273845"/>
          </a:xfrm>
          <a:prstGeom prst="rect">
            <a:avLst/>
          </a:prstGeom>
        </p:spPr>
        <p:txBody>
          <a:bodyPr vert="horz" lIns="0" tIns="0" rIns="0" bIns="0" rtlCol="0" anchor="b" anchorCtr="0"/>
          <a:lstStyle>
            <a:lvl1pPr algn="ctr">
              <a:defRPr lang="en-US" sz="700" b="1" i="0" kern="1200" baseline="0" smtClean="0">
                <a:solidFill>
                  <a:schemeClr val="bg2"/>
                </a:solidFill>
                <a:latin typeface="Arial MT Pro Cyr" pitchFamily="34" charset="-52"/>
                <a:ea typeface="+mn-ea"/>
                <a:cs typeface="+mn-cs"/>
              </a:defRPr>
            </a:lvl1pPr>
          </a:lstStyle>
          <a:p>
            <a:fld id="{449EE1FA-814C-4BDC-9591-31839B5CF716}" type="slidenum">
              <a:rPr lang="ru-RU">
                <a:solidFill>
                  <a:srgbClr val="45120F"/>
                </a:solidFill>
              </a:rPr>
              <a:pPr/>
              <a:t>‹#›</a:t>
            </a:fld>
            <a:endParaRPr lang="ru-RU" dirty="0">
              <a:solidFill>
                <a:srgbClr val="45120F"/>
              </a:solidFill>
            </a:endParaRPr>
          </a:p>
        </p:txBody>
      </p:sp>
      <p:sp>
        <p:nvSpPr>
          <p:cNvPr id="13" name="Footer Placeholder 4"/>
          <p:cNvSpPr>
            <a:spLocks noGrp="1"/>
          </p:cNvSpPr>
          <p:nvPr>
            <p:ph type="ftr" sz="quarter" idx="3"/>
          </p:nvPr>
        </p:nvSpPr>
        <p:spPr>
          <a:xfrm>
            <a:off x="5479040" y="4595960"/>
            <a:ext cx="2852057" cy="273844"/>
          </a:xfrm>
          <a:prstGeom prst="rect">
            <a:avLst/>
          </a:prstGeom>
        </p:spPr>
        <p:txBody>
          <a:bodyPr lIns="0" tIns="0" rIns="0" bIns="0" anchor="b" anchorCtr="0"/>
          <a:lstStyle>
            <a:lvl1pPr algn="r">
              <a:defRPr sz="700" b="1" i="0" baseline="0">
                <a:solidFill>
                  <a:srgbClr val="663230"/>
                </a:solidFill>
                <a:latin typeface="Arial MT Pro Cyr" pitchFamily="34" charset="-52"/>
              </a:defRPr>
            </a:lvl1pPr>
          </a:lstStyle>
          <a:p>
            <a:r>
              <a:rPr lang="en-US" dirty="0" smtClean="0"/>
              <a:t>PRESENTATION TITLE GOES HERE 2018</a:t>
            </a:r>
            <a:endParaRPr lang="en-US" dirty="0"/>
          </a:p>
        </p:txBody>
      </p:sp>
    </p:spTree>
    <p:extLst>
      <p:ext uri="{BB962C8B-B14F-4D97-AF65-F5344CB8AC3E}">
        <p14:creationId xmlns:p14="http://schemas.microsoft.com/office/powerpoint/2010/main" val="1368721689"/>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4" name="Chart Placeholder 3"/>
          <p:cNvSpPr>
            <a:spLocks noGrp="1"/>
          </p:cNvSpPr>
          <p:nvPr>
            <p:ph type="chart" sz="quarter" idx="12"/>
          </p:nvPr>
        </p:nvSpPr>
        <p:spPr>
          <a:xfrm>
            <a:off x="717550" y="2755901"/>
            <a:ext cx="8185150" cy="1978024"/>
          </a:xfrm>
          <a:pattFill prst="wdDnDiag">
            <a:fgClr>
              <a:schemeClr val="bg1">
                <a:lumMod val="50000"/>
              </a:schemeClr>
            </a:fgClr>
            <a:bgClr>
              <a:schemeClr val="bg1"/>
            </a:bgClr>
          </a:pattFill>
        </p:spPr>
        <p:txBody>
          <a:bodyPr/>
          <a:lstStyle>
            <a:lvl1pPr>
              <a:defRPr baseline="0">
                <a:solidFill>
                  <a:srgbClr val="663230"/>
                </a:solidFill>
              </a:defRPr>
            </a:lvl1pPr>
          </a:lstStyle>
          <a:p>
            <a:r>
              <a:rPr lang="ru-RU" smtClean="0"/>
              <a:t>Вставка диаграммы</a:t>
            </a:r>
            <a:endParaRPr lang="en-US" dirty="0"/>
          </a:p>
        </p:txBody>
      </p:sp>
      <p:sp>
        <p:nvSpPr>
          <p:cNvPr id="5" name="Text Placeholder 4"/>
          <p:cNvSpPr>
            <a:spLocks noGrp="1"/>
          </p:cNvSpPr>
          <p:nvPr>
            <p:ph type="body" sz="quarter" idx="13"/>
          </p:nvPr>
        </p:nvSpPr>
        <p:spPr>
          <a:xfrm>
            <a:off x="719999" y="1931145"/>
            <a:ext cx="6518275" cy="736600"/>
          </a:xfrm>
        </p:spPr>
        <p:txBody>
          <a:bodyPr/>
          <a:lstStyle>
            <a:lvl1pPr algn="l" defTabSz="685800" rtl="0" eaLnBrk="1" latinLnBrk="0" hangingPunct="1">
              <a:lnSpc>
                <a:spcPct val="90000"/>
              </a:lnSpc>
              <a:spcBef>
                <a:spcPct val="0"/>
              </a:spcBef>
              <a:buNone/>
              <a:defRPr lang="en-US" sz="1600" b="1" kern="1200" baseline="0" dirty="0" smtClean="0">
                <a:solidFill>
                  <a:srgbClr val="002D73"/>
                </a:solidFill>
                <a:latin typeface="AB InBev Headlines" pitchFamily="50" charset="0"/>
                <a:ea typeface="+mj-ea"/>
                <a:cs typeface="+mj-cs"/>
              </a:defRPr>
            </a:lvl1pPr>
            <a:lvl2pPr>
              <a:spcBef>
                <a:spcPts val="0"/>
              </a:spcBef>
              <a:defRPr baseline="0">
                <a:latin typeface="Arial MT Pro Cyr" pitchFamily="34" charset="-52"/>
              </a:defRPr>
            </a:lvl2pPr>
          </a:lstStyle>
          <a:p>
            <a:pPr lvl="0"/>
            <a:r>
              <a:rPr lang="ru-RU" smtClean="0"/>
              <a:t>Образец текста</a:t>
            </a:r>
          </a:p>
          <a:p>
            <a:pPr lvl="1"/>
            <a:r>
              <a:rPr lang="ru-RU" smtClean="0"/>
              <a:t>Второй уровень</a:t>
            </a:r>
          </a:p>
        </p:txBody>
      </p:sp>
      <p:sp>
        <p:nvSpPr>
          <p:cNvPr id="8" name="Title 6"/>
          <p:cNvSpPr>
            <a:spLocks noGrp="1"/>
          </p:cNvSpPr>
          <p:nvPr>
            <p:ph type="title"/>
          </p:nvPr>
        </p:nvSpPr>
        <p:spPr>
          <a:xfrm>
            <a:off x="717551" y="790804"/>
            <a:ext cx="7886700" cy="994172"/>
          </a:xfrm>
        </p:spPr>
        <p:txBody>
          <a:bodyPr>
            <a:noAutofit/>
          </a:bodyPr>
          <a:lstStyle>
            <a:lvl1pPr marL="0" algn="l" defTabSz="685800" rtl="0" eaLnBrk="1" latinLnBrk="0" hangingPunct="1">
              <a:lnSpc>
                <a:spcPct val="90000"/>
              </a:lnSpc>
              <a:spcBef>
                <a:spcPct val="0"/>
              </a:spcBef>
              <a:buNone/>
              <a:defRPr lang="en-US" sz="3200" b="1" kern="1200" baseline="0" dirty="0">
                <a:solidFill>
                  <a:schemeClr val="tx2"/>
                </a:solidFill>
                <a:latin typeface="AB InBev Headlines" pitchFamily="50" charset="0"/>
                <a:ea typeface="+mj-ea"/>
                <a:cs typeface="+mj-cs"/>
              </a:defRPr>
            </a:lvl1pPr>
          </a:lstStyle>
          <a:p>
            <a:r>
              <a:rPr lang="ru-RU" smtClean="0"/>
              <a:t>Образец заголовка</a:t>
            </a:r>
            <a:endParaRPr lang="en-US" dirty="0"/>
          </a:p>
        </p:txBody>
      </p:sp>
      <p:sp>
        <p:nvSpPr>
          <p:cNvPr id="7" name="Slide Number Placeholder 5"/>
          <p:cNvSpPr>
            <a:spLocks noGrp="1"/>
          </p:cNvSpPr>
          <p:nvPr>
            <p:ph type="sldNum" sz="quarter" idx="4"/>
          </p:nvPr>
        </p:nvSpPr>
        <p:spPr>
          <a:xfrm>
            <a:off x="8378167" y="4603750"/>
            <a:ext cx="302283" cy="273845"/>
          </a:xfrm>
          <a:prstGeom prst="rect">
            <a:avLst/>
          </a:prstGeom>
        </p:spPr>
        <p:txBody>
          <a:bodyPr vert="horz" lIns="0" tIns="0" rIns="0" bIns="0" rtlCol="0" anchor="b" anchorCtr="0"/>
          <a:lstStyle>
            <a:lvl1pPr algn="ctr">
              <a:defRPr lang="en-US" sz="700" b="1" i="0" kern="1200" baseline="0" smtClean="0">
                <a:solidFill>
                  <a:schemeClr val="bg2"/>
                </a:solidFill>
                <a:latin typeface="Arial MT Pro Cyr" pitchFamily="34" charset="-52"/>
                <a:ea typeface="+mn-ea"/>
                <a:cs typeface="+mn-cs"/>
              </a:defRPr>
            </a:lvl1pPr>
          </a:lstStyle>
          <a:p>
            <a:fld id="{449EE1FA-814C-4BDC-9591-31839B5CF716}" type="slidenum">
              <a:rPr lang="ru-RU">
                <a:solidFill>
                  <a:srgbClr val="45120F"/>
                </a:solidFill>
              </a:rPr>
              <a:pPr/>
              <a:t>‹#›</a:t>
            </a:fld>
            <a:endParaRPr lang="ru-RU" dirty="0">
              <a:solidFill>
                <a:srgbClr val="45120F"/>
              </a:solidFill>
            </a:endParaRPr>
          </a:p>
        </p:txBody>
      </p:sp>
      <p:sp>
        <p:nvSpPr>
          <p:cNvPr id="9" name="Footer Placeholder 4"/>
          <p:cNvSpPr>
            <a:spLocks noGrp="1"/>
          </p:cNvSpPr>
          <p:nvPr>
            <p:ph type="ftr" sz="quarter" idx="3"/>
          </p:nvPr>
        </p:nvSpPr>
        <p:spPr>
          <a:xfrm>
            <a:off x="5479040" y="4595960"/>
            <a:ext cx="2852057" cy="273844"/>
          </a:xfrm>
          <a:prstGeom prst="rect">
            <a:avLst/>
          </a:prstGeom>
        </p:spPr>
        <p:txBody>
          <a:bodyPr lIns="0" tIns="0" rIns="0" bIns="0" anchor="b" anchorCtr="0"/>
          <a:lstStyle>
            <a:lvl1pPr algn="r">
              <a:defRPr sz="700" b="1" i="0" baseline="0">
                <a:solidFill>
                  <a:srgbClr val="663230"/>
                </a:solidFill>
                <a:latin typeface="Arial MT Pro Cyr" pitchFamily="34" charset="-52"/>
              </a:defRPr>
            </a:lvl1pPr>
          </a:lstStyle>
          <a:p>
            <a:r>
              <a:rPr lang="en-US" dirty="0" smtClean="0"/>
              <a:t>PRESENTATION TITLE GOES HERE 2018</a:t>
            </a:r>
            <a:endParaRPr lang="en-US" dirty="0"/>
          </a:p>
        </p:txBody>
      </p:sp>
    </p:spTree>
    <p:extLst>
      <p:ext uri="{BB962C8B-B14F-4D97-AF65-F5344CB8AC3E}">
        <p14:creationId xmlns:p14="http://schemas.microsoft.com/office/powerpoint/2010/main" val="3413670825"/>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Photo Breaker-1">
    <p:bg>
      <p:bgPr>
        <a:blipFill dpi="0" rotWithShape="1">
          <a:blip r:embed="rId2">
            <a:lum/>
          </a:blip>
          <a:srcRect/>
          <a:stretch>
            <a:fillRect t="-11000" b="-1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3888" y="1967066"/>
            <a:ext cx="7886700" cy="1209368"/>
          </a:xfrm>
        </p:spPr>
        <p:txBody>
          <a:bodyPr anchor="ctr" anchorCtr="0">
            <a:normAutofit/>
          </a:bodyPr>
          <a:lstStyle>
            <a:lvl1pPr marL="0" algn="ctr" defTabSz="685800" rtl="0" eaLnBrk="1" latinLnBrk="0" hangingPunct="1">
              <a:lnSpc>
                <a:spcPct val="90000"/>
              </a:lnSpc>
              <a:spcBef>
                <a:spcPct val="0"/>
              </a:spcBef>
              <a:buNone/>
              <a:defRPr lang="en-US" sz="4000" b="1" kern="1200" baseline="0" dirty="0">
                <a:solidFill>
                  <a:schemeClr val="bg1"/>
                </a:solidFill>
                <a:latin typeface="AB InBev Headlines" pitchFamily="50" charset="0"/>
                <a:ea typeface="+mj-ea"/>
                <a:cs typeface="+mj-cs"/>
              </a:defRPr>
            </a:lvl1pPr>
          </a:lstStyle>
          <a:p>
            <a:r>
              <a:rPr lang="ru-RU" smtClean="0"/>
              <a:t>Образец заголовка</a:t>
            </a:r>
            <a:endParaRPr lang="en-US" dirty="0"/>
          </a:p>
        </p:txBody>
      </p:sp>
      <p:pic>
        <p:nvPicPr>
          <p:cNvPr id="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tretch>
            <a:fillRect/>
          </a:stretch>
        </p:blipFill>
        <p:spPr bwMode="auto">
          <a:xfrm>
            <a:off x="329708" y="4667426"/>
            <a:ext cx="1204469" cy="183328"/>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5"/>
          <p:cNvSpPr>
            <a:spLocks noGrp="1"/>
          </p:cNvSpPr>
          <p:nvPr>
            <p:ph type="sldNum" sz="quarter" idx="4"/>
          </p:nvPr>
        </p:nvSpPr>
        <p:spPr>
          <a:xfrm>
            <a:off x="8378167" y="4603750"/>
            <a:ext cx="302283" cy="273845"/>
          </a:xfrm>
          <a:prstGeom prst="rect">
            <a:avLst/>
          </a:prstGeom>
        </p:spPr>
        <p:txBody>
          <a:bodyPr vert="horz" lIns="0" tIns="0" rIns="0" bIns="0" rtlCol="0" anchor="b" anchorCtr="0"/>
          <a:lstStyle>
            <a:lvl1pPr algn="ctr">
              <a:defRPr lang="ru-RU" sz="700" b="1" i="0" kern="1200" baseline="0" smtClean="0">
                <a:solidFill>
                  <a:schemeClr val="bg1"/>
                </a:solidFill>
                <a:latin typeface="Arial MT Pro Cyr" pitchFamily="34" charset="-52"/>
                <a:ea typeface="+mn-ea"/>
                <a:cs typeface="+mn-cs"/>
              </a:defRPr>
            </a:lvl1pPr>
          </a:lstStyle>
          <a:p>
            <a:fld id="{449EE1FA-814C-4BDC-9591-31839B5CF716}" type="slidenum">
              <a:rPr>
                <a:solidFill>
                  <a:prstClr val="white"/>
                </a:solidFill>
              </a:rPr>
              <a:pPr/>
              <a:t>‹#›</a:t>
            </a:fld>
            <a:endParaRPr dirty="0">
              <a:solidFill>
                <a:prstClr val="white"/>
              </a:solidFill>
            </a:endParaRPr>
          </a:p>
        </p:txBody>
      </p:sp>
      <p:sp>
        <p:nvSpPr>
          <p:cNvPr id="8" name="Footer Placeholder 4"/>
          <p:cNvSpPr>
            <a:spLocks noGrp="1"/>
          </p:cNvSpPr>
          <p:nvPr>
            <p:ph type="ftr" sz="quarter" idx="3"/>
          </p:nvPr>
        </p:nvSpPr>
        <p:spPr>
          <a:xfrm>
            <a:off x="5479040" y="4595960"/>
            <a:ext cx="2852057" cy="273844"/>
          </a:xfrm>
          <a:prstGeom prst="rect">
            <a:avLst/>
          </a:prstGeom>
        </p:spPr>
        <p:txBody>
          <a:bodyPr lIns="0" tIns="0" rIns="0" bIns="0" anchor="b" anchorCtr="0"/>
          <a:lstStyle>
            <a:lvl1pPr algn="r">
              <a:defRPr sz="700" b="1" i="0" baseline="0">
                <a:solidFill>
                  <a:schemeClr val="bg1"/>
                </a:solidFill>
                <a:latin typeface="Arial MT Pro Cyr" pitchFamily="34" charset="-52"/>
              </a:defRPr>
            </a:lvl1pPr>
          </a:lstStyle>
          <a:p>
            <a:r>
              <a:rPr lang="en-US" dirty="0" smtClean="0">
                <a:solidFill>
                  <a:prstClr val="white"/>
                </a:solidFill>
              </a:rPr>
              <a:t>PRESENTATION TITLE GOES HERE 2018</a:t>
            </a:r>
            <a:endParaRPr lang="en-US" dirty="0">
              <a:solidFill>
                <a:prstClr val="white"/>
              </a:solidFill>
            </a:endParaRPr>
          </a:p>
        </p:txBody>
      </p:sp>
    </p:spTree>
    <p:extLst>
      <p:ext uri="{BB962C8B-B14F-4D97-AF65-F5344CB8AC3E}">
        <p14:creationId xmlns:p14="http://schemas.microsoft.com/office/powerpoint/2010/main" val="1684198185"/>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Photo Breaker-2">
    <p:bg>
      <p:bgPr>
        <a:blipFill dpi="0" rotWithShape="1">
          <a:blip r:embed="rId2">
            <a:lum/>
          </a:blip>
          <a:srcRect/>
          <a:stretch>
            <a:fillRect t="-19000" b="-19000"/>
          </a:stretch>
        </a:blipFill>
        <a:effectLst/>
      </p:bgPr>
    </p:bg>
    <p:spTree>
      <p:nvGrpSpPr>
        <p:cNvPr id="1" name=""/>
        <p:cNvGrpSpPr/>
        <p:nvPr/>
      </p:nvGrpSpPr>
      <p:grpSpPr>
        <a:xfrm>
          <a:off x="0" y="0"/>
          <a:ext cx="0" cy="0"/>
          <a:chOff x="0" y="0"/>
          <a:chExt cx="0" cy="0"/>
        </a:xfrm>
      </p:grpSpPr>
      <p:sp>
        <p:nvSpPr>
          <p:cNvPr id="15" name="Title 1"/>
          <p:cNvSpPr>
            <a:spLocks noGrp="1"/>
          </p:cNvSpPr>
          <p:nvPr>
            <p:ph type="title"/>
          </p:nvPr>
        </p:nvSpPr>
        <p:spPr>
          <a:xfrm>
            <a:off x="623888" y="1967066"/>
            <a:ext cx="7886700" cy="1209368"/>
          </a:xfrm>
        </p:spPr>
        <p:txBody>
          <a:bodyPr anchor="ctr" anchorCtr="0">
            <a:normAutofit/>
          </a:bodyPr>
          <a:lstStyle>
            <a:lvl1pPr marL="0" algn="ctr" defTabSz="685800" rtl="0" eaLnBrk="1" latinLnBrk="0" hangingPunct="1">
              <a:lnSpc>
                <a:spcPct val="90000"/>
              </a:lnSpc>
              <a:spcBef>
                <a:spcPct val="0"/>
              </a:spcBef>
              <a:buNone/>
              <a:defRPr lang="en-US" sz="4000" b="1" kern="1200" baseline="0" dirty="0">
                <a:solidFill>
                  <a:schemeClr val="bg1"/>
                </a:solidFill>
                <a:latin typeface="AB InBev Headlines" pitchFamily="50" charset="0"/>
                <a:ea typeface="+mj-ea"/>
                <a:cs typeface="+mj-cs"/>
              </a:defRPr>
            </a:lvl1pPr>
          </a:lstStyle>
          <a:p>
            <a:r>
              <a:rPr lang="ru-RU" smtClean="0"/>
              <a:t>Образец заголовка</a:t>
            </a:r>
            <a:endParaRPr lang="en-US" dirty="0"/>
          </a:p>
        </p:txBody>
      </p:sp>
      <p:pic>
        <p:nvPicPr>
          <p:cNvPr id="7"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tretch>
            <a:fillRect/>
          </a:stretch>
        </p:blipFill>
        <p:spPr bwMode="auto">
          <a:xfrm>
            <a:off x="329708" y="4667426"/>
            <a:ext cx="1204469" cy="183328"/>
          </a:xfrm>
          <a:prstGeom prst="rect">
            <a:avLst/>
          </a:prstGeom>
          <a:noFill/>
          <a:extLst>
            <a:ext uri="{909E8E84-426E-40DD-AFC4-6F175D3DCCD1}">
              <a14:hiddenFill xmlns:a14="http://schemas.microsoft.com/office/drawing/2010/main">
                <a:solidFill>
                  <a:srgbClr val="FFFFFF"/>
                </a:solidFill>
              </a14:hiddenFill>
            </a:ext>
          </a:extLst>
        </p:spPr>
      </p:pic>
      <p:sp>
        <p:nvSpPr>
          <p:cNvPr id="8" name="Slide Number Placeholder 5"/>
          <p:cNvSpPr>
            <a:spLocks noGrp="1"/>
          </p:cNvSpPr>
          <p:nvPr>
            <p:ph type="sldNum" sz="quarter" idx="4"/>
          </p:nvPr>
        </p:nvSpPr>
        <p:spPr>
          <a:xfrm>
            <a:off x="8378167" y="4603750"/>
            <a:ext cx="302283" cy="273845"/>
          </a:xfrm>
          <a:prstGeom prst="rect">
            <a:avLst/>
          </a:prstGeom>
        </p:spPr>
        <p:txBody>
          <a:bodyPr vert="horz" lIns="0" tIns="0" rIns="0" bIns="0" rtlCol="0" anchor="b" anchorCtr="0"/>
          <a:lstStyle>
            <a:lvl1pPr algn="ctr">
              <a:defRPr lang="ru-RU" sz="700" b="1" i="0" kern="1200" baseline="0" smtClean="0">
                <a:solidFill>
                  <a:schemeClr val="bg1"/>
                </a:solidFill>
                <a:latin typeface="Arial MT Pro Cyr" pitchFamily="34" charset="-52"/>
                <a:ea typeface="+mn-ea"/>
                <a:cs typeface="+mn-cs"/>
              </a:defRPr>
            </a:lvl1pPr>
          </a:lstStyle>
          <a:p>
            <a:fld id="{449EE1FA-814C-4BDC-9591-31839B5CF716}" type="slidenum">
              <a:rPr>
                <a:solidFill>
                  <a:prstClr val="white"/>
                </a:solidFill>
              </a:rPr>
              <a:pPr/>
              <a:t>‹#›</a:t>
            </a:fld>
            <a:endParaRPr dirty="0">
              <a:solidFill>
                <a:prstClr val="white"/>
              </a:solidFill>
            </a:endParaRPr>
          </a:p>
        </p:txBody>
      </p:sp>
      <p:sp>
        <p:nvSpPr>
          <p:cNvPr id="9" name="Footer Placeholder 4"/>
          <p:cNvSpPr>
            <a:spLocks noGrp="1"/>
          </p:cNvSpPr>
          <p:nvPr>
            <p:ph type="ftr" sz="quarter" idx="3"/>
          </p:nvPr>
        </p:nvSpPr>
        <p:spPr>
          <a:xfrm>
            <a:off x="5479040" y="4595960"/>
            <a:ext cx="2852057" cy="273844"/>
          </a:xfrm>
          <a:prstGeom prst="rect">
            <a:avLst/>
          </a:prstGeom>
        </p:spPr>
        <p:txBody>
          <a:bodyPr lIns="0" tIns="0" rIns="0" bIns="0" anchor="b" anchorCtr="0"/>
          <a:lstStyle>
            <a:lvl1pPr algn="r">
              <a:defRPr sz="700" b="1" i="0" baseline="0">
                <a:solidFill>
                  <a:schemeClr val="bg1"/>
                </a:solidFill>
                <a:latin typeface="Arial MT Pro Cyr" pitchFamily="34" charset="-52"/>
              </a:defRPr>
            </a:lvl1pPr>
          </a:lstStyle>
          <a:p>
            <a:r>
              <a:rPr lang="en-US" dirty="0" smtClean="0">
                <a:solidFill>
                  <a:prstClr val="white"/>
                </a:solidFill>
              </a:rPr>
              <a:t>PRESENTATION TITLE GOES HERE 2018</a:t>
            </a:r>
            <a:endParaRPr lang="en-US" dirty="0">
              <a:solidFill>
                <a:prstClr val="white"/>
              </a:solidFill>
            </a:endParaRPr>
          </a:p>
        </p:txBody>
      </p:sp>
    </p:spTree>
    <p:extLst>
      <p:ext uri="{BB962C8B-B14F-4D97-AF65-F5344CB8AC3E}">
        <p14:creationId xmlns:p14="http://schemas.microsoft.com/office/powerpoint/2010/main" val="2931601763"/>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Photo Breaker-3">
    <p:bg>
      <p:bgPr>
        <a:blipFill dpi="0" rotWithShape="1">
          <a:blip r:embed="rId2">
            <a:lum/>
          </a:blip>
          <a:srcRect/>
          <a:stretch>
            <a:fillRect t="-10000" b="-10000"/>
          </a:stretch>
        </a:blipFill>
        <a:effectLst/>
      </p:bgPr>
    </p:bg>
    <p:spTree>
      <p:nvGrpSpPr>
        <p:cNvPr id="1" name=""/>
        <p:cNvGrpSpPr/>
        <p:nvPr/>
      </p:nvGrpSpPr>
      <p:grpSpPr>
        <a:xfrm>
          <a:off x="0" y="0"/>
          <a:ext cx="0" cy="0"/>
          <a:chOff x="0" y="0"/>
          <a:chExt cx="0" cy="0"/>
        </a:xfrm>
      </p:grpSpPr>
      <p:sp>
        <p:nvSpPr>
          <p:cNvPr id="16" name="Title 1"/>
          <p:cNvSpPr>
            <a:spLocks noGrp="1"/>
          </p:cNvSpPr>
          <p:nvPr>
            <p:ph type="title"/>
          </p:nvPr>
        </p:nvSpPr>
        <p:spPr>
          <a:xfrm>
            <a:off x="623888" y="1967066"/>
            <a:ext cx="7886700" cy="1209368"/>
          </a:xfrm>
        </p:spPr>
        <p:txBody>
          <a:bodyPr anchor="ctr" anchorCtr="0">
            <a:normAutofit/>
          </a:bodyPr>
          <a:lstStyle>
            <a:lvl1pPr marL="0" algn="ctr" defTabSz="685800" rtl="0" eaLnBrk="1" latinLnBrk="0" hangingPunct="1">
              <a:lnSpc>
                <a:spcPct val="90000"/>
              </a:lnSpc>
              <a:spcBef>
                <a:spcPct val="0"/>
              </a:spcBef>
              <a:buNone/>
              <a:defRPr lang="en-US" sz="4000" b="1" kern="1200" baseline="0" dirty="0">
                <a:solidFill>
                  <a:schemeClr val="bg1"/>
                </a:solidFill>
                <a:latin typeface="AB InBev Headlines" pitchFamily="50" charset="0"/>
                <a:ea typeface="+mj-ea"/>
                <a:cs typeface="+mj-cs"/>
              </a:defRPr>
            </a:lvl1pPr>
          </a:lstStyle>
          <a:p>
            <a:r>
              <a:rPr lang="ru-RU" smtClean="0"/>
              <a:t>Образец заголовка</a:t>
            </a:r>
            <a:endParaRPr lang="en-US" dirty="0"/>
          </a:p>
        </p:txBody>
      </p:sp>
      <p:pic>
        <p:nvPicPr>
          <p:cNvPr id="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tretch>
            <a:fillRect/>
          </a:stretch>
        </p:blipFill>
        <p:spPr bwMode="auto">
          <a:xfrm>
            <a:off x="329708" y="4667426"/>
            <a:ext cx="1204469" cy="183328"/>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5"/>
          <p:cNvSpPr>
            <a:spLocks noGrp="1"/>
          </p:cNvSpPr>
          <p:nvPr>
            <p:ph type="sldNum" sz="quarter" idx="4"/>
          </p:nvPr>
        </p:nvSpPr>
        <p:spPr>
          <a:xfrm>
            <a:off x="8378167" y="4603750"/>
            <a:ext cx="302283" cy="273845"/>
          </a:xfrm>
          <a:prstGeom prst="rect">
            <a:avLst/>
          </a:prstGeom>
        </p:spPr>
        <p:txBody>
          <a:bodyPr vert="horz" lIns="0" tIns="0" rIns="0" bIns="0" rtlCol="0" anchor="b" anchorCtr="0"/>
          <a:lstStyle>
            <a:lvl1pPr algn="ctr">
              <a:defRPr lang="ru-RU" sz="700" b="1" i="0" kern="1200" baseline="0" smtClean="0">
                <a:solidFill>
                  <a:schemeClr val="bg1"/>
                </a:solidFill>
                <a:latin typeface="Arial MT Pro Cyr" pitchFamily="34" charset="-52"/>
                <a:ea typeface="+mn-ea"/>
                <a:cs typeface="+mn-cs"/>
              </a:defRPr>
            </a:lvl1pPr>
          </a:lstStyle>
          <a:p>
            <a:fld id="{449EE1FA-814C-4BDC-9591-31839B5CF716}" type="slidenum">
              <a:rPr>
                <a:solidFill>
                  <a:prstClr val="white"/>
                </a:solidFill>
              </a:rPr>
              <a:pPr/>
              <a:t>‹#›</a:t>
            </a:fld>
            <a:endParaRPr dirty="0">
              <a:solidFill>
                <a:prstClr val="white"/>
              </a:solidFill>
            </a:endParaRPr>
          </a:p>
        </p:txBody>
      </p:sp>
      <p:sp>
        <p:nvSpPr>
          <p:cNvPr id="8" name="Footer Placeholder 4"/>
          <p:cNvSpPr>
            <a:spLocks noGrp="1"/>
          </p:cNvSpPr>
          <p:nvPr>
            <p:ph type="ftr" sz="quarter" idx="3"/>
          </p:nvPr>
        </p:nvSpPr>
        <p:spPr>
          <a:xfrm>
            <a:off x="5479040" y="4595960"/>
            <a:ext cx="2852057" cy="273844"/>
          </a:xfrm>
          <a:prstGeom prst="rect">
            <a:avLst/>
          </a:prstGeom>
        </p:spPr>
        <p:txBody>
          <a:bodyPr lIns="0" tIns="0" rIns="0" bIns="0" anchor="b" anchorCtr="0"/>
          <a:lstStyle>
            <a:lvl1pPr algn="r">
              <a:defRPr sz="700" b="1" i="0" baseline="0">
                <a:solidFill>
                  <a:schemeClr val="bg1"/>
                </a:solidFill>
                <a:latin typeface="Arial MT Pro Cyr" pitchFamily="34" charset="-52"/>
              </a:defRPr>
            </a:lvl1pPr>
          </a:lstStyle>
          <a:p>
            <a:r>
              <a:rPr lang="en-US" dirty="0" smtClean="0">
                <a:solidFill>
                  <a:prstClr val="white"/>
                </a:solidFill>
              </a:rPr>
              <a:t>PRESENTATION TITLE GOES HERE 2018</a:t>
            </a:r>
            <a:endParaRPr lang="en-US" dirty="0">
              <a:solidFill>
                <a:prstClr val="white"/>
              </a:solidFill>
            </a:endParaRPr>
          </a:p>
        </p:txBody>
      </p:sp>
    </p:spTree>
    <p:extLst>
      <p:ext uri="{BB962C8B-B14F-4D97-AF65-F5344CB8AC3E}">
        <p14:creationId xmlns:p14="http://schemas.microsoft.com/office/powerpoint/2010/main" val="1513017679"/>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Photo Breaker-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itle 1"/>
          <p:cNvSpPr>
            <a:spLocks noGrp="1"/>
          </p:cNvSpPr>
          <p:nvPr>
            <p:ph type="title"/>
          </p:nvPr>
        </p:nvSpPr>
        <p:spPr>
          <a:xfrm>
            <a:off x="623888" y="1967066"/>
            <a:ext cx="7886700" cy="1209368"/>
          </a:xfrm>
        </p:spPr>
        <p:txBody>
          <a:bodyPr anchor="ctr" anchorCtr="0">
            <a:normAutofit/>
          </a:bodyPr>
          <a:lstStyle>
            <a:lvl1pPr marL="0" algn="ctr" defTabSz="685800" rtl="0" eaLnBrk="1" latinLnBrk="0" hangingPunct="1">
              <a:lnSpc>
                <a:spcPct val="90000"/>
              </a:lnSpc>
              <a:spcBef>
                <a:spcPct val="0"/>
              </a:spcBef>
              <a:buNone/>
              <a:defRPr lang="en-US" sz="4000" b="1" kern="1200" baseline="0" dirty="0">
                <a:solidFill>
                  <a:schemeClr val="bg1"/>
                </a:solidFill>
                <a:latin typeface="AB InBev Headlines" pitchFamily="50" charset="0"/>
                <a:ea typeface="+mj-ea"/>
                <a:cs typeface="+mj-cs"/>
              </a:defRPr>
            </a:lvl1pPr>
          </a:lstStyle>
          <a:p>
            <a:r>
              <a:rPr lang="ru-RU" smtClean="0"/>
              <a:t>Образец заголовка</a:t>
            </a:r>
            <a:endParaRPr lang="en-US" dirty="0"/>
          </a:p>
        </p:txBody>
      </p:sp>
      <p:pic>
        <p:nvPicPr>
          <p:cNvPr id="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tretch>
            <a:fillRect/>
          </a:stretch>
        </p:blipFill>
        <p:spPr bwMode="auto">
          <a:xfrm>
            <a:off x="329708" y="4667426"/>
            <a:ext cx="1204469" cy="183328"/>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5"/>
          <p:cNvSpPr>
            <a:spLocks noGrp="1"/>
          </p:cNvSpPr>
          <p:nvPr>
            <p:ph type="sldNum" sz="quarter" idx="4"/>
          </p:nvPr>
        </p:nvSpPr>
        <p:spPr>
          <a:xfrm>
            <a:off x="8378167" y="4603750"/>
            <a:ext cx="302283" cy="273845"/>
          </a:xfrm>
          <a:prstGeom prst="rect">
            <a:avLst/>
          </a:prstGeom>
        </p:spPr>
        <p:txBody>
          <a:bodyPr vert="horz" lIns="0" tIns="0" rIns="0" bIns="0" rtlCol="0" anchor="b" anchorCtr="0"/>
          <a:lstStyle>
            <a:lvl1pPr algn="ctr">
              <a:defRPr lang="ru-RU" sz="700" b="1" i="0" kern="1200" baseline="0" smtClean="0">
                <a:solidFill>
                  <a:schemeClr val="bg1"/>
                </a:solidFill>
                <a:latin typeface="Arial MT Pro Cyr" pitchFamily="34" charset="-52"/>
                <a:ea typeface="+mn-ea"/>
                <a:cs typeface="+mn-cs"/>
              </a:defRPr>
            </a:lvl1pPr>
          </a:lstStyle>
          <a:p>
            <a:fld id="{449EE1FA-814C-4BDC-9591-31839B5CF716}" type="slidenum">
              <a:rPr>
                <a:solidFill>
                  <a:prstClr val="white"/>
                </a:solidFill>
              </a:rPr>
              <a:pPr/>
              <a:t>‹#›</a:t>
            </a:fld>
            <a:endParaRPr dirty="0">
              <a:solidFill>
                <a:prstClr val="white"/>
              </a:solidFill>
            </a:endParaRPr>
          </a:p>
        </p:txBody>
      </p:sp>
      <p:sp>
        <p:nvSpPr>
          <p:cNvPr id="8" name="Footer Placeholder 4"/>
          <p:cNvSpPr>
            <a:spLocks noGrp="1"/>
          </p:cNvSpPr>
          <p:nvPr>
            <p:ph type="ftr" sz="quarter" idx="3"/>
          </p:nvPr>
        </p:nvSpPr>
        <p:spPr>
          <a:xfrm>
            <a:off x="5479040" y="4595960"/>
            <a:ext cx="2852057" cy="273844"/>
          </a:xfrm>
          <a:prstGeom prst="rect">
            <a:avLst/>
          </a:prstGeom>
        </p:spPr>
        <p:txBody>
          <a:bodyPr lIns="0" tIns="0" rIns="0" bIns="0" anchor="b" anchorCtr="0"/>
          <a:lstStyle>
            <a:lvl1pPr algn="r">
              <a:defRPr sz="700" b="1" i="0" baseline="0">
                <a:solidFill>
                  <a:schemeClr val="bg1"/>
                </a:solidFill>
                <a:latin typeface="Arial MT Pro Cyr" pitchFamily="34" charset="-52"/>
              </a:defRPr>
            </a:lvl1pPr>
          </a:lstStyle>
          <a:p>
            <a:r>
              <a:rPr lang="en-US" dirty="0" smtClean="0">
                <a:solidFill>
                  <a:prstClr val="white"/>
                </a:solidFill>
              </a:rPr>
              <a:t>PRESENTATION TITLE GOES HERE 2018</a:t>
            </a:r>
            <a:endParaRPr lang="en-US" dirty="0">
              <a:solidFill>
                <a:prstClr val="white"/>
              </a:solidFill>
            </a:endParaRPr>
          </a:p>
        </p:txBody>
      </p:sp>
    </p:spTree>
    <p:extLst>
      <p:ext uri="{BB962C8B-B14F-4D97-AF65-F5344CB8AC3E}">
        <p14:creationId xmlns:p14="http://schemas.microsoft.com/office/powerpoint/2010/main" val="528761895"/>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Photo Breaker-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5" name="Title 1"/>
          <p:cNvSpPr>
            <a:spLocks noGrp="1"/>
          </p:cNvSpPr>
          <p:nvPr>
            <p:ph type="title"/>
          </p:nvPr>
        </p:nvSpPr>
        <p:spPr>
          <a:xfrm>
            <a:off x="623888" y="1967066"/>
            <a:ext cx="7886700" cy="1209368"/>
          </a:xfrm>
        </p:spPr>
        <p:txBody>
          <a:bodyPr anchor="ctr" anchorCtr="0">
            <a:normAutofit/>
          </a:bodyPr>
          <a:lstStyle>
            <a:lvl1pPr marL="0" algn="ctr" defTabSz="685800" rtl="0" eaLnBrk="1" latinLnBrk="0" hangingPunct="1">
              <a:lnSpc>
                <a:spcPct val="90000"/>
              </a:lnSpc>
              <a:spcBef>
                <a:spcPct val="0"/>
              </a:spcBef>
              <a:buNone/>
              <a:defRPr lang="en-US" sz="4000" b="1" kern="1200" baseline="0" dirty="0">
                <a:solidFill>
                  <a:schemeClr val="bg1"/>
                </a:solidFill>
                <a:latin typeface="AB InBev Headlines" pitchFamily="50" charset="0"/>
                <a:ea typeface="+mj-ea"/>
                <a:cs typeface="+mj-cs"/>
              </a:defRPr>
            </a:lvl1pPr>
          </a:lstStyle>
          <a:p>
            <a:r>
              <a:rPr lang="ru-RU" smtClean="0"/>
              <a:t>Образец заголовка</a:t>
            </a:r>
            <a:endParaRPr lang="en-US" dirty="0"/>
          </a:p>
        </p:txBody>
      </p:sp>
      <p:pic>
        <p:nvPicPr>
          <p:cNvPr id="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tretch>
            <a:fillRect/>
          </a:stretch>
        </p:blipFill>
        <p:spPr bwMode="auto">
          <a:xfrm>
            <a:off x="329708" y="4667426"/>
            <a:ext cx="1204469" cy="183328"/>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5"/>
          <p:cNvSpPr>
            <a:spLocks noGrp="1"/>
          </p:cNvSpPr>
          <p:nvPr>
            <p:ph type="sldNum" sz="quarter" idx="4"/>
          </p:nvPr>
        </p:nvSpPr>
        <p:spPr>
          <a:xfrm>
            <a:off x="8378167" y="4603750"/>
            <a:ext cx="302283" cy="273845"/>
          </a:xfrm>
          <a:prstGeom prst="rect">
            <a:avLst/>
          </a:prstGeom>
        </p:spPr>
        <p:txBody>
          <a:bodyPr vert="horz" lIns="0" tIns="0" rIns="0" bIns="0" rtlCol="0" anchor="b" anchorCtr="0"/>
          <a:lstStyle>
            <a:lvl1pPr algn="ctr">
              <a:defRPr lang="ru-RU" sz="700" b="1" i="0" kern="1200" baseline="0" smtClean="0">
                <a:solidFill>
                  <a:schemeClr val="bg1"/>
                </a:solidFill>
                <a:latin typeface="Arial MT Pro Cyr" pitchFamily="34" charset="-52"/>
                <a:ea typeface="+mn-ea"/>
                <a:cs typeface="+mn-cs"/>
              </a:defRPr>
            </a:lvl1pPr>
          </a:lstStyle>
          <a:p>
            <a:fld id="{449EE1FA-814C-4BDC-9591-31839B5CF716}" type="slidenum">
              <a:rPr>
                <a:solidFill>
                  <a:prstClr val="white"/>
                </a:solidFill>
              </a:rPr>
              <a:pPr/>
              <a:t>‹#›</a:t>
            </a:fld>
            <a:endParaRPr dirty="0">
              <a:solidFill>
                <a:prstClr val="white"/>
              </a:solidFill>
            </a:endParaRPr>
          </a:p>
        </p:txBody>
      </p:sp>
      <p:sp>
        <p:nvSpPr>
          <p:cNvPr id="8" name="Footer Placeholder 4"/>
          <p:cNvSpPr>
            <a:spLocks noGrp="1"/>
          </p:cNvSpPr>
          <p:nvPr>
            <p:ph type="ftr" sz="quarter" idx="3"/>
          </p:nvPr>
        </p:nvSpPr>
        <p:spPr>
          <a:xfrm>
            <a:off x="5479040" y="4595960"/>
            <a:ext cx="2852057" cy="273844"/>
          </a:xfrm>
          <a:prstGeom prst="rect">
            <a:avLst/>
          </a:prstGeom>
        </p:spPr>
        <p:txBody>
          <a:bodyPr lIns="0" tIns="0" rIns="0" bIns="0" anchor="b" anchorCtr="0"/>
          <a:lstStyle>
            <a:lvl1pPr algn="r">
              <a:defRPr sz="700" b="1" i="0" baseline="0">
                <a:solidFill>
                  <a:schemeClr val="bg1"/>
                </a:solidFill>
                <a:latin typeface="Arial MT Pro Cyr" pitchFamily="34" charset="-52"/>
              </a:defRPr>
            </a:lvl1pPr>
          </a:lstStyle>
          <a:p>
            <a:r>
              <a:rPr lang="en-US" dirty="0" smtClean="0">
                <a:solidFill>
                  <a:prstClr val="white"/>
                </a:solidFill>
              </a:rPr>
              <a:t>PRESENTATION TITLE GOES HERE 2018</a:t>
            </a:r>
            <a:endParaRPr lang="en-US" dirty="0">
              <a:solidFill>
                <a:prstClr val="white"/>
              </a:solidFill>
            </a:endParaRPr>
          </a:p>
        </p:txBody>
      </p:sp>
    </p:spTree>
    <p:extLst>
      <p:ext uri="{BB962C8B-B14F-4D97-AF65-F5344CB8AC3E}">
        <p14:creationId xmlns:p14="http://schemas.microsoft.com/office/powerpoint/2010/main" val="509191921"/>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_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4572001" y="0"/>
            <a:ext cx="4572001" cy="5143499"/>
          </a:xfrm>
          <a:pattFill prst="wdDnDiag">
            <a:fgClr>
              <a:schemeClr val="bg1">
                <a:lumMod val="50000"/>
              </a:schemeClr>
            </a:fgClr>
            <a:bgClr>
              <a:schemeClr val="bg1"/>
            </a:bgClr>
          </a:pattFill>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ru-RU" smtClean="0"/>
              <a:t>Вставка рисунка</a:t>
            </a:r>
            <a:endParaRPr lang="en-US" dirty="0"/>
          </a:p>
        </p:txBody>
      </p:sp>
      <p:sp>
        <p:nvSpPr>
          <p:cNvPr id="2" name="Title 1"/>
          <p:cNvSpPr>
            <a:spLocks noGrp="1"/>
          </p:cNvSpPr>
          <p:nvPr>
            <p:ph type="title"/>
          </p:nvPr>
        </p:nvSpPr>
        <p:spPr>
          <a:xfrm>
            <a:off x="704851" y="789214"/>
            <a:ext cx="3637359" cy="924719"/>
          </a:xfrm>
        </p:spPr>
        <p:txBody>
          <a:bodyPr vert="horz" lIns="0" tIns="0" rIns="0" bIns="0" rtlCol="0" anchor="ctr">
            <a:normAutofit/>
          </a:bodyPr>
          <a:lstStyle>
            <a:lvl1pPr>
              <a:defRPr lang="en-US" dirty="0">
                <a:latin typeface="AB InBev Headlines" pitchFamily="50" charset="0"/>
              </a:defRPr>
            </a:lvl1pPr>
          </a:lstStyle>
          <a:p>
            <a:pPr marL="0" lvl="0"/>
            <a:r>
              <a:rPr lang="ru-RU" smtClean="0"/>
              <a:t>Образец заголовка</a:t>
            </a:r>
            <a:endParaRPr lang="en-US" dirty="0"/>
          </a:p>
        </p:txBody>
      </p:sp>
      <p:sp>
        <p:nvSpPr>
          <p:cNvPr id="12" name="Text Placeholder 11"/>
          <p:cNvSpPr>
            <a:spLocks noGrp="1"/>
          </p:cNvSpPr>
          <p:nvPr>
            <p:ph type="body" sz="quarter" idx="13"/>
          </p:nvPr>
        </p:nvSpPr>
        <p:spPr>
          <a:xfrm>
            <a:off x="703660" y="1840703"/>
            <a:ext cx="3638550" cy="1808764"/>
          </a:xfrm>
        </p:spPr>
        <p:txBody>
          <a:bodyPr>
            <a:noAutofit/>
          </a:bodyPr>
          <a:lstStyle>
            <a:lvl1pPr marL="0" indent="0">
              <a:buNone/>
              <a:defRPr sz="1200" baseline="0">
                <a:solidFill>
                  <a:srgbClr val="663230"/>
                </a:solidFill>
                <a:latin typeface="Arial MT Pro Cyr" pitchFamily="34" charset="-52"/>
              </a:defRPr>
            </a:lvl1pPr>
            <a:lvl2pPr marL="0" indent="0">
              <a:buNone/>
              <a:defRPr sz="1050" baseline="0">
                <a:solidFill>
                  <a:srgbClr val="D3C6C6"/>
                </a:solidFill>
              </a:defRPr>
            </a:lvl2pPr>
            <a:lvl3pPr>
              <a:defRPr sz="900" baseline="0"/>
            </a:lvl3pPr>
            <a:lvl4pPr>
              <a:defRPr sz="900" baseline="0"/>
            </a:lvl4pPr>
            <a:lvl5pPr>
              <a:defRPr sz="900" baseline="0"/>
            </a:lvl5pPr>
          </a:lstStyle>
          <a:p>
            <a:pPr lvl="0"/>
            <a:r>
              <a:rPr lang="ru-RU" smtClean="0"/>
              <a:t>Образец текста</a:t>
            </a:r>
          </a:p>
          <a:p>
            <a:pPr lvl="1"/>
            <a:r>
              <a:rPr lang="ru-RU" smtClean="0"/>
              <a:t>Второй уровень</a:t>
            </a:r>
          </a:p>
        </p:txBody>
      </p:sp>
      <p:sp>
        <p:nvSpPr>
          <p:cNvPr id="20" name="Rectangle 8"/>
          <p:cNvSpPr/>
          <p:nvPr userDrawn="1"/>
        </p:nvSpPr>
        <p:spPr>
          <a:xfrm>
            <a:off x="-1905" y="-2383"/>
            <a:ext cx="2776537" cy="86745"/>
          </a:xfrm>
          <a:custGeom>
            <a:avLst/>
            <a:gdLst>
              <a:gd name="connsiteX0" fmla="*/ 0 w 2726529"/>
              <a:gd name="connsiteY0" fmla="*/ 0 h 84363"/>
              <a:gd name="connsiteX1" fmla="*/ 2726529 w 2726529"/>
              <a:gd name="connsiteY1" fmla="*/ 0 h 84363"/>
              <a:gd name="connsiteX2" fmla="*/ 2726529 w 2726529"/>
              <a:gd name="connsiteY2" fmla="*/ 84363 h 84363"/>
              <a:gd name="connsiteX3" fmla="*/ 0 w 2726529"/>
              <a:gd name="connsiteY3" fmla="*/ 84363 h 84363"/>
              <a:gd name="connsiteX4" fmla="*/ 0 w 2726529"/>
              <a:gd name="connsiteY4" fmla="*/ 0 h 84363"/>
              <a:gd name="connsiteX0" fmla="*/ 0 w 2726529"/>
              <a:gd name="connsiteY0" fmla="*/ 0 h 84363"/>
              <a:gd name="connsiteX1" fmla="*/ 2726529 w 2726529"/>
              <a:gd name="connsiteY1" fmla="*/ 0 h 84363"/>
              <a:gd name="connsiteX2" fmla="*/ 2695573 w 2726529"/>
              <a:gd name="connsiteY2" fmla="*/ 84363 h 84363"/>
              <a:gd name="connsiteX3" fmla="*/ 0 w 2726529"/>
              <a:gd name="connsiteY3" fmla="*/ 84363 h 84363"/>
              <a:gd name="connsiteX4" fmla="*/ 0 w 2726529"/>
              <a:gd name="connsiteY4" fmla="*/ 0 h 84363"/>
              <a:gd name="connsiteX0" fmla="*/ 9386 w 2735915"/>
              <a:gd name="connsiteY0" fmla="*/ 0 h 84363"/>
              <a:gd name="connsiteX1" fmla="*/ 2735915 w 2735915"/>
              <a:gd name="connsiteY1" fmla="*/ 0 h 84363"/>
              <a:gd name="connsiteX2" fmla="*/ 2704959 w 2735915"/>
              <a:gd name="connsiteY2" fmla="*/ 84363 h 84363"/>
              <a:gd name="connsiteX3" fmla="*/ 0 w 2735915"/>
              <a:gd name="connsiteY3" fmla="*/ 84363 h 84363"/>
              <a:gd name="connsiteX4" fmla="*/ 9386 w 2735915"/>
              <a:gd name="connsiteY4" fmla="*/ 0 h 84363"/>
              <a:gd name="connsiteX0" fmla="*/ 0 w 2735916"/>
              <a:gd name="connsiteY0" fmla="*/ 0 h 86745"/>
              <a:gd name="connsiteX1" fmla="*/ 2735916 w 2735916"/>
              <a:gd name="connsiteY1" fmla="*/ 2382 h 86745"/>
              <a:gd name="connsiteX2" fmla="*/ 2704960 w 2735916"/>
              <a:gd name="connsiteY2" fmla="*/ 86745 h 86745"/>
              <a:gd name="connsiteX3" fmla="*/ 1 w 2735916"/>
              <a:gd name="connsiteY3" fmla="*/ 86745 h 86745"/>
              <a:gd name="connsiteX4" fmla="*/ 0 w 2735916"/>
              <a:gd name="connsiteY4" fmla="*/ 0 h 86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5916" h="86745">
                <a:moveTo>
                  <a:pt x="0" y="0"/>
                </a:moveTo>
                <a:lnTo>
                  <a:pt x="2735916" y="2382"/>
                </a:lnTo>
                <a:lnTo>
                  <a:pt x="2704960" y="86745"/>
                </a:lnTo>
                <a:lnTo>
                  <a:pt x="1" y="86745"/>
                </a:lnTo>
                <a:cubicBezTo>
                  <a:pt x="1" y="57830"/>
                  <a:pt x="0" y="28915"/>
                  <a:pt x="0" y="0"/>
                </a:cubicBezTo>
                <a:close/>
              </a:path>
            </a:pathLst>
          </a:custGeom>
          <a:solidFill>
            <a:srgbClr val="C300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dirty="0">
              <a:solidFill>
                <a:prstClr val="white"/>
              </a:solidFill>
            </a:endParaRPr>
          </a:p>
        </p:txBody>
      </p:sp>
      <p:sp>
        <p:nvSpPr>
          <p:cNvPr id="21" name="Rectangle 9"/>
          <p:cNvSpPr/>
          <p:nvPr userDrawn="1"/>
        </p:nvSpPr>
        <p:spPr>
          <a:xfrm>
            <a:off x="2769394" y="-1"/>
            <a:ext cx="1802606" cy="84363"/>
          </a:xfrm>
          <a:custGeom>
            <a:avLst/>
            <a:gdLst>
              <a:gd name="connsiteX0" fmla="*/ 0 w 1804987"/>
              <a:gd name="connsiteY0" fmla="*/ 0 h 84363"/>
              <a:gd name="connsiteX1" fmla="*/ 1804987 w 1804987"/>
              <a:gd name="connsiteY1" fmla="*/ 0 h 84363"/>
              <a:gd name="connsiteX2" fmla="*/ 1804987 w 1804987"/>
              <a:gd name="connsiteY2" fmla="*/ 84363 h 84363"/>
              <a:gd name="connsiteX3" fmla="*/ 0 w 1804987"/>
              <a:gd name="connsiteY3" fmla="*/ 84363 h 84363"/>
              <a:gd name="connsiteX4" fmla="*/ 0 w 1804987"/>
              <a:gd name="connsiteY4" fmla="*/ 0 h 84363"/>
              <a:gd name="connsiteX0" fmla="*/ 35718 w 1804987"/>
              <a:gd name="connsiteY0" fmla="*/ 0 h 84363"/>
              <a:gd name="connsiteX1" fmla="*/ 1804987 w 1804987"/>
              <a:gd name="connsiteY1" fmla="*/ 0 h 84363"/>
              <a:gd name="connsiteX2" fmla="*/ 1804987 w 1804987"/>
              <a:gd name="connsiteY2" fmla="*/ 84363 h 84363"/>
              <a:gd name="connsiteX3" fmla="*/ 0 w 1804987"/>
              <a:gd name="connsiteY3" fmla="*/ 84363 h 84363"/>
              <a:gd name="connsiteX4" fmla="*/ 35718 w 1804987"/>
              <a:gd name="connsiteY4" fmla="*/ 0 h 84363"/>
              <a:gd name="connsiteX0" fmla="*/ 16668 w 1785937"/>
              <a:gd name="connsiteY0" fmla="*/ 0 h 84363"/>
              <a:gd name="connsiteX1" fmla="*/ 1785937 w 1785937"/>
              <a:gd name="connsiteY1" fmla="*/ 0 h 84363"/>
              <a:gd name="connsiteX2" fmla="*/ 1785937 w 1785937"/>
              <a:gd name="connsiteY2" fmla="*/ 84363 h 84363"/>
              <a:gd name="connsiteX3" fmla="*/ 0 w 1785937"/>
              <a:gd name="connsiteY3" fmla="*/ 84363 h 84363"/>
              <a:gd name="connsiteX4" fmla="*/ 16668 w 1785937"/>
              <a:gd name="connsiteY4" fmla="*/ 0 h 84363"/>
              <a:gd name="connsiteX0" fmla="*/ 33337 w 1802606"/>
              <a:gd name="connsiteY0" fmla="*/ 0 h 84363"/>
              <a:gd name="connsiteX1" fmla="*/ 1802606 w 1802606"/>
              <a:gd name="connsiteY1" fmla="*/ 0 h 84363"/>
              <a:gd name="connsiteX2" fmla="*/ 1802606 w 1802606"/>
              <a:gd name="connsiteY2" fmla="*/ 84363 h 84363"/>
              <a:gd name="connsiteX3" fmla="*/ 0 w 1802606"/>
              <a:gd name="connsiteY3" fmla="*/ 84363 h 84363"/>
              <a:gd name="connsiteX4" fmla="*/ 33337 w 1802606"/>
              <a:gd name="connsiteY4" fmla="*/ 0 h 84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02606" h="84363">
                <a:moveTo>
                  <a:pt x="33337" y="0"/>
                </a:moveTo>
                <a:lnTo>
                  <a:pt x="1802606" y="0"/>
                </a:lnTo>
                <a:lnTo>
                  <a:pt x="1802606" y="84363"/>
                </a:lnTo>
                <a:lnTo>
                  <a:pt x="0" y="84363"/>
                </a:lnTo>
                <a:lnTo>
                  <a:pt x="33337" y="0"/>
                </a:lnTo>
                <a:close/>
              </a:path>
            </a:pathLst>
          </a:custGeom>
          <a:solidFill>
            <a:srgbClr val="002D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dirty="0">
              <a:solidFill>
                <a:prstClr val="white"/>
              </a:solidFill>
            </a:endParaRPr>
          </a:p>
        </p:txBody>
      </p:sp>
      <p:pic>
        <p:nvPicPr>
          <p:cNvPr id="10"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329708" y="4667426"/>
            <a:ext cx="1204469" cy="183328"/>
          </a:xfrm>
          <a:prstGeom prst="rect">
            <a:avLst/>
          </a:prstGeom>
          <a:noFill/>
          <a:extLst>
            <a:ext uri="{909E8E84-426E-40DD-AFC4-6F175D3DCCD1}">
              <a14:hiddenFill xmlns:a14="http://schemas.microsoft.com/office/drawing/2010/main">
                <a:solidFill>
                  <a:srgbClr val="FFFFFF"/>
                </a:solidFill>
              </a14:hiddenFill>
            </a:ext>
          </a:extLst>
        </p:spPr>
      </p:pic>
      <p:sp>
        <p:nvSpPr>
          <p:cNvPr id="11" name="Slide Number Placeholder 5"/>
          <p:cNvSpPr>
            <a:spLocks noGrp="1"/>
          </p:cNvSpPr>
          <p:nvPr>
            <p:ph type="sldNum" sz="quarter" idx="4"/>
          </p:nvPr>
        </p:nvSpPr>
        <p:spPr>
          <a:xfrm>
            <a:off x="8378167" y="4603750"/>
            <a:ext cx="302283" cy="273845"/>
          </a:xfrm>
          <a:prstGeom prst="rect">
            <a:avLst/>
          </a:prstGeom>
        </p:spPr>
        <p:txBody>
          <a:bodyPr vert="horz" lIns="0" tIns="0" rIns="0" bIns="0" rtlCol="0" anchor="b" anchorCtr="0"/>
          <a:lstStyle>
            <a:lvl1pPr algn="ctr">
              <a:defRPr lang="ru-RU" sz="700" b="1" i="0" kern="1200" baseline="0" smtClean="0">
                <a:solidFill>
                  <a:schemeClr val="bg1"/>
                </a:solidFill>
                <a:latin typeface="Arial MT Pro Cyr" pitchFamily="34" charset="-52"/>
                <a:ea typeface="+mn-ea"/>
                <a:cs typeface="+mn-cs"/>
              </a:defRPr>
            </a:lvl1pPr>
          </a:lstStyle>
          <a:p>
            <a:fld id="{449EE1FA-814C-4BDC-9591-31839B5CF716}" type="slidenum">
              <a:rPr>
                <a:solidFill>
                  <a:prstClr val="white"/>
                </a:solidFill>
              </a:rPr>
              <a:pPr/>
              <a:t>‹#›</a:t>
            </a:fld>
            <a:endParaRPr dirty="0">
              <a:solidFill>
                <a:prstClr val="white"/>
              </a:solidFill>
            </a:endParaRPr>
          </a:p>
        </p:txBody>
      </p:sp>
      <p:sp>
        <p:nvSpPr>
          <p:cNvPr id="13" name="Footer Placeholder 4"/>
          <p:cNvSpPr>
            <a:spLocks noGrp="1"/>
          </p:cNvSpPr>
          <p:nvPr>
            <p:ph type="ftr" sz="quarter" idx="3"/>
          </p:nvPr>
        </p:nvSpPr>
        <p:spPr>
          <a:xfrm>
            <a:off x="5479040" y="4595960"/>
            <a:ext cx="2852057" cy="273844"/>
          </a:xfrm>
          <a:prstGeom prst="rect">
            <a:avLst/>
          </a:prstGeom>
        </p:spPr>
        <p:txBody>
          <a:bodyPr lIns="0" tIns="0" rIns="0" bIns="0" anchor="b" anchorCtr="0"/>
          <a:lstStyle>
            <a:lvl1pPr algn="r">
              <a:defRPr sz="700" b="1" i="0" baseline="0">
                <a:solidFill>
                  <a:schemeClr val="bg1"/>
                </a:solidFill>
                <a:latin typeface="Arial MT Pro Cyr" pitchFamily="34" charset="-52"/>
              </a:defRPr>
            </a:lvl1pPr>
          </a:lstStyle>
          <a:p>
            <a:r>
              <a:rPr lang="en-US" dirty="0" smtClean="0">
                <a:solidFill>
                  <a:prstClr val="white"/>
                </a:solidFill>
              </a:rPr>
              <a:t>PRESENTATION TITLE GOES HERE 2018</a:t>
            </a:r>
            <a:endParaRPr lang="en-US" dirty="0">
              <a:solidFill>
                <a:prstClr val="white"/>
              </a:solidFill>
            </a:endParaRPr>
          </a:p>
        </p:txBody>
      </p:sp>
    </p:spTree>
    <p:extLst>
      <p:ext uri="{BB962C8B-B14F-4D97-AF65-F5344CB8AC3E}">
        <p14:creationId xmlns:p14="http://schemas.microsoft.com/office/powerpoint/2010/main" val="3652541658"/>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432">
          <p15:clr>
            <a:srgbClr val="FBAE40"/>
          </p15:clr>
        </p15:guide>
        <p15:guide id="2" orient="horz" pos="3936">
          <p15:clr>
            <a:srgbClr val="FBAE40"/>
          </p15:clr>
        </p15:guide>
        <p15:guide id="3" pos="2880">
          <p15:clr>
            <a:srgbClr val="FBAE40"/>
          </p15:clr>
        </p15:guide>
        <p15:guide id="4" pos="2688">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Date Placeholder 2"/>
          <p:cNvSpPr>
            <a:spLocks noGrp="1"/>
          </p:cNvSpPr>
          <p:nvPr>
            <p:ph type="dt" sz="half" idx="10"/>
          </p:nvPr>
        </p:nvSpPr>
        <p:spPr>
          <a:xfrm>
            <a:off x="628650" y="4767264"/>
            <a:ext cx="2057400" cy="273844"/>
          </a:xfrm>
          <a:prstGeom prst="rect">
            <a:avLst/>
          </a:prstGeom>
        </p:spPr>
        <p:txBody>
          <a:bodyPr/>
          <a:lstStyle/>
          <a:p>
            <a:pPr defTabSz="685800" fontAlgn="auto">
              <a:spcBef>
                <a:spcPts val="0"/>
              </a:spcBef>
              <a:spcAft>
                <a:spcPts val="0"/>
              </a:spcAft>
            </a:pPr>
            <a:endParaRPr lang="en-US" sz="1350" dirty="0">
              <a:solidFill>
                <a:prstClr val="black"/>
              </a:solidFill>
              <a:latin typeface="Arial"/>
              <a:cs typeface="+mn-cs"/>
            </a:endParaRPr>
          </a:p>
        </p:txBody>
      </p:sp>
      <p:sp>
        <p:nvSpPr>
          <p:cNvPr id="8" name="Slide Number Placeholder 5"/>
          <p:cNvSpPr>
            <a:spLocks noGrp="1"/>
          </p:cNvSpPr>
          <p:nvPr>
            <p:ph type="sldNum" sz="quarter" idx="4"/>
          </p:nvPr>
        </p:nvSpPr>
        <p:spPr>
          <a:xfrm>
            <a:off x="8378167" y="4603750"/>
            <a:ext cx="302283" cy="273845"/>
          </a:xfrm>
          <a:prstGeom prst="rect">
            <a:avLst/>
          </a:prstGeom>
        </p:spPr>
        <p:txBody>
          <a:bodyPr vert="horz" lIns="0" tIns="0" rIns="0" bIns="0" rtlCol="0" anchor="b" anchorCtr="0"/>
          <a:lstStyle>
            <a:lvl1pPr algn="ctr">
              <a:defRPr lang="ru-RU" sz="700" b="1" i="0" kern="1200" baseline="0" smtClean="0">
                <a:solidFill>
                  <a:srgbClr val="76464B"/>
                </a:solidFill>
                <a:latin typeface="Arial MT Pro Cyr" pitchFamily="34" charset="-52"/>
                <a:ea typeface="+mn-ea"/>
                <a:cs typeface="+mn-cs"/>
              </a:defRPr>
            </a:lvl1pPr>
          </a:lstStyle>
          <a:p>
            <a:fld id="{449EE1FA-814C-4BDC-9591-31839B5CF716}" type="slidenum">
              <a:rPr/>
              <a:pPr/>
              <a:t>‹#›</a:t>
            </a:fld>
            <a:endParaRPr dirty="0"/>
          </a:p>
        </p:txBody>
      </p:sp>
      <p:sp>
        <p:nvSpPr>
          <p:cNvPr id="9" name="Footer Placeholder 4"/>
          <p:cNvSpPr>
            <a:spLocks noGrp="1"/>
          </p:cNvSpPr>
          <p:nvPr>
            <p:ph type="ftr" sz="quarter" idx="3"/>
          </p:nvPr>
        </p:nvSpPr>
        <p:spPr>
          <a:xfrm>
            <a:off x="5479040" y="4595960"/>
            <a:ext cx="2852057" cy="273844"/>
          </a:xfrm>
          <a:prstGeom prst="rect">
            <a:avLst/>
          </a:prstGeom>
        </p:spPr>
        <p:txBody>
          <a:bodyPr lIns="0" tIns="0" rIns="0" bIns="0" anchor="b" anchorCtr="0"/>
          <a:lstStyle>
            <a:lvl1pPr algn="r">
              <a:defRPr sz="700" b="1" i="0" baseline="0">
                <a:solidFill>
                  <a:srgbClr val="76464B"/>
                </a:solidFill>
                <a:latin typeface="Arial MT Pro Cyr" pitchFamily="34" charset="-52"/>
              </a:defRPr>
            </a:lvl1pPr>
          </a:lstStyle>
          <a:p>
            <a:r>
              <a:rPr lang="en-US" dirty="0" smtClean="0"/>
              <a:t>PRESENTATION TITLE GOES HERE 2018</a:t>
            </a:r>
            <a:endParaRPr lang="en-US" dirty="0"/>
          </a:p>
        </p:txBody>
      </p:sp>
    </p:spTree>
    <p:extLst>
      <p:ext uri="{BB962C8B-B14F-4D97-AF65-F5344CB8AC3E}">
        <p14:creationId xmlns:p14="http://schemas.microsoft.com/office/powerpoint/2010/main" val="4239269815"/>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a:xfrm>
            <a:off x="457200" y="4767263"/>
            <a:ext cx="2133600" cy="273844"/>
          </a:xfrm>
          <a:prstGeom prst="rect">
            <a:avLst/>
          </a:prstGeom>
        </p:spPr>
        <p:txBody>
          <a:bodyPr rtlCol="0"/>
          <a:lstStyle>
            <a:lvl1pPr>
              <a:defRPr>
                <a:solidFill>
                  <a:srgbClr val="C60C30">
                    <a:tint val="75000"/>
                  </a:srgbClr>
                </a:solidFill>
                <a:latin typeface="Verdana" pitchFamily="34" charset="0"/>
              </a:defRPr>
            </a:lvl1pPr>
          </a:lstStyle>
          <a:p>
            <a:pPr>
              <a:defRPr/>
            </a:pPr>
            <a:fld id="{5731F420-8ECF-4ED2-9AC4-D111EB542733}" type="datetimeFigureOut">
              <a:rPr lang="en-CA"/>
              <a:pPr>
                <a:defRPr/>
              </a:pPr>
              <a:t>10/07/2018</a:t>
            </a:fld>
            <a:endParaRPr lang="en-CA" dirty="0"/>
          </a:p>
        </p:txBody>
      </p:sp>
      <p:sp>
        <p:nvSpPr>
          <p:cNvPr id="5" name="Footer Placeholder 4"/>
          <p:cNvSpPr>
            <a:spLocks noGrp="1"/>
          </p:cNvSpPr>
          <p:nvPr>
            <p:ph type="ftr" sz="quarter" idx="11"/>
          </p:nvPr>
        </p:nvSpPr>
        <p:spPr/>
        <p:txBody>
          <a:bodyPr rtlCol="0"/>
          <a:lstStyle>
            <a:lvl1pPr>
              <a:defRPr>
                <a:solidFill>
                  <a:srgbClr val="C60C30">
                    <a:tint val="75000"/>
                  </a:srgbClr>
                </a:solidFill>
                <a:latin typeface="Verdana" pitchFamily="34" charset="0"/>
              </a:defRPr>
            </a:lvl1pPr>
          </a:lstStyle>
          <a:p>
            <a:pPr>
              <a:defRPr/>
            </a:pPr>
            <a:endParaRPr lang="en-CA"/>
          </a:p>
        </p:txBody>
      </p:sp>
      <p:sp>
        <p:nvSpPr>
          <p:cNvPr id="6" name="Slide Number Placeholder 5"/>
          <p:cNvSpPr>
            <a:spLocks noGrp="1"/>
          </p:cNvSpPr>
          <p:nvPr>
            <p:ph type="sldNum" sz="quarter" idx="12"/>
          </p:nvPr>
        </p:nvSpPr>
        <p:spPr/>
        <p:txBody>
          <a:bodyPr/>
          <a:lstStyle>
            <a:lvl1pPr>
              <a:defRPr>
                <a:latin typeface="Verdana" pitchFamily="34" charset="0"/>
              </a:defRPr>
            </a:lvl1pPr>
          </a:lstStyle>
          <a:p>
            <a:pPr>
              <a:defRPr/>
            </a:pPr>
            <a:fld id="{9CABD5E7-7C8F-41F3-978E-57AB7672627A}" type="slidenum">
              <a:rPr lang="en-CA"/>
              <a:pPr>
                <a:defRPr/>
              </a:pPr>
              <a:t>‹#›</a:t>
            </a:fld>
            <a:endParaRPr lang="en-CA" dirty="0"/>
          </a:p>
        </p:txBody>
      </p:sp>
    </p:spTree>
    <p:extLst>
      <p:ext uri="{BB962C8B-B14F-4D97-AF65-F5344CB8AC3E}">
        <p14:creationId xmlns:p14="http://schemas.microsoft.com/office/powerpoint/2010/main" val="27744342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tel und Inhalt">
    <p:spTree>
      <p:nvGrpSpPr>
        <p:cNvPr id="1" name=""/>
        <p:cNvGrpSpPr/>
        <p:nvPr/>
      </p:nvGrpSpPr>
      <p:grpSpPr>
        <a:xfrm>
          <a:off x="0" y="0"/>
          <a:ext cx="0" cy="0"/>
          <a:chOff x="0" y="0"/>
          <a:chExt cx="0" cy="0"/>
        </a:xfrm>
      </p:grpSpPr>
      <p:sp>
        <p:nvSpPr>
          <p:cNvPr id="3" name="Inhaltsplatzhalter 2"/>
          <p:cNvSpPr>
            <a:spLocks noGrp="1"/>
          </p:cNvSpPr>
          <p:nvPr>
            <p:ph idx="1"/>
          </p:nvPr>
        </p:nvSpPr>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7" name="Title Placeholder 3"/>
          <p:cNvSpPr>
            <a:spLocks noGrp="1"/>
          </p:cNvSpPr>
          <p:nvPr>
            <p:ph type="title"/>
          </p:nvPr>
        </p:nvSpPr>
        <p:spPr>
          <a:xfrm>
            <a:off x="623249" y="172491"/>
            <a:ext cx="7997825" cy="377463"/>
          </a:xfrm>
          <a:prstGeom prst="rect">
            <a:avLst/>
          </a:prstGeom>
        </p:spPr>
        <p:txBody>
          <a:bodyPr rtlCol="0">
            <a:noAutofit/>
          </a:bodyPr>
          <a:lstStyle/>
          <a:p>
            <a:r>
              <a:rPr lang="en-US" dirty="0"/>
              <a:t>Name of Training</a:t>
            </a:r>
            <a:endParaRPr lang="en-GB" dirty="0"/>
          </a:p>
        </p:txBody>
      </p:sp>
      <p:sp>
        <p:nvSpPr>
          <p:cNvPr id="4" name="Datumsplatzhalter 3"/>
          <p:cNvSpPr>
            <a:spLocks noGrp="1"/>
          </p:cNvSpPr>
          <p:nvPr>
            <p:ph type="dt" sz="half" idx="10"/>
          </p:nvPr>
        </p:nvSpPr>
        <p:spPr>
          <a:xfrm>
            <a:off x="457200" y="4767263"/>
            <a:ext cx="2133600" cy="273844"/>
          </a:xfrm>
          <a:prstGeom prst="rect">
            <a:avLst/>
          </a:prstGeom>
        </p:spPr>
        <p:txBody>
          <a:bodyPr/>
          <a:lstStyle>
            <a:lvl1pPr>
              <a:buClr>
                <a:srgbClr val="ADAFAF"/>
              </a:buClr>
              <a:defRPr smtClean="0">
                <a:solidFill>
                  <a:prstClr val="black">
                    <a:tint val="75000"/>
                  </a:prstClr>
                </a:solidFill>
              </a:defRPr>
            </a:lvl1pPr>
          </a:lstStyle>
          <a:p>
            <a:pPr>
              <a:defRPr/>
            </a:pPr>
            <a:fld id="{9DB14A7A-495F-4A89-A650-C37B119F7A81}" type="datetimeFigureOut">
              <a:rPr lang="en-US"/>
              <a:pPr>
                <a:defRPr/>
              </a:pPr>
              <a:t>7/10/2018</a:t>
            </a:fld>
            <a:endParaRPr lang="en-US"/>
          </a:p>
        </p:txBody>
      </p:sp>
      <p:sp>
        <p:nvSpPr>
          <p:cNvPr id="5" name="Fußzeilenplatzhalter 4"/>
          <p:cNvSpPr>
            <a:spLocks noGrp="1"/>
          </p:cNvSpPr>
          <p:nvPr>
            <p:ph type="ftr" sz="quarter" idx="11"/>
          </p:nvPr>
        </p:nvSpPr>
        <p:spPr/>
        <p:txBody>
          <a:bodyPr/>
          <a:lstStyle>
            <a:lvl1pPr>
              <a:buClr>
                <a:srgbClr val="ADAFAF"/>
              </a:buClr>
              <a:defRPr>
                <a:solidFill>
                  <a:prstClr val="black">
                    <a:tint val="75000"/>
                  </a:prstClr>
                </a:solidFill>
              </a:defRPr>
            </a:lvl1pPr>
          </a:lstStyle>
          <a:p>
            <a:pPr>
              <a:defRPr/>
            </a:pPr>
            <a:endParaRPr lang="en-US"/>
          </a:p>
        </p:txBody>
      </p:sp>
      <p:sp>
        <p:nvSpPr>
          <p:cNvPr id="6" name="Foliennummernplatzhalter 5"/>
          <p:cNvSpPr>
            <a:spLocks noGrp="1"/>
          </p:cNvSpPr>
          <p:nvPr>
            <p:ph type="sldNum" sz="quarter" idx="12"/>
          </p:nvPr>
        </p:nvSpPr>
        <p:spPr/>
        <p:txBody>
          <a:bodyPr/>
          <a:lstStyle>
            <a:lvl1pPr>
              <a:buClr>
                <a:srgbClr val="ADAFAF"/>
              </a:buClr>
              <a:defRPr smtClean="0">
                <a:solidFill>
                  <a:prstClr val="black">
                    <a:tint val="75000"/>
                  </a:prstClr>
                </a:solidFill>
              </a:defRPr>
            </a:lvl1pPr>
          </a:lstStyle>
          <a:p>
            <a:pPr>
              <a:defRPr/>
            </a:pPr>
            <a:fld id="{1D23A12B-861D-4211-A5D4-E602E56D0776}" type="slidenum">
              <a:rPr lang="en-US"/>
              <a:pPr>
                <a:defRPr/>
              </a:pPr>
              <a:t>‹#›</a:t>
            </a:fld>
            <a:endParaRPr lang="en-US"/>
          </a:p>
        </p:txBody>
      </p:sp>
    </p:spTree>
    <p:extLst>
      <p:ext uri="{BB962C8B-B14F-4D97-AF65-F5344CB8AC3E}">
        <p14:creationId xmlns:p14="http://schemas.microsoft.com/office/powerpoint/2010/main" val="162952724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4767263"/>
            <a:ext cx="2133600" cy="273844"/>
          </a:xfrm>
          <a:prstGeom prst="rect">
            <a:avLst/>
          </a:prstGeom>
        </p:spPr>
        <p:txBody>
          <a:bodyPr rtlCol="0"/>
          <a:lstStyle>
            <a:lvl1pPr>
              <a:defRPr>
                <a:solidFill>
                  <a:srgbClr val="C60C30">
                    <a:tint val="75000"/>
                  </a:srgbClr>
                </a:solidFill>
                <a:latin typeface="Verdana" pitchFamily="34" charset="0"/>
              </a:defRPr>
            </a:lvl1pPr>
          </a:lstStyle>
          <a:p>
            <a:pPr>
              <a:defRPr/>
            </a:pPr>
            <a:fld id="{F3C50A4D-0C90-461C-A9DC-92BEC4CFD4B2}" type="datetimeFigureOut">
              <a:rPr lang="en-CA"/>
              <a:pPr>
                <a:defRPr/>
              </a:pPr>
              <a:t>10/07/2018</a:t>
            </a:fld>
            <a:endParaRPr lang="en-CA" dirty="0"/>
          </a:p>
        </p:txBody>
      </p:sp>
      <p:sp>
        <p:nvSpPr>
          <p:cNvPr id="3" name="Footer Placeholder 2"/>
          <p:cNvSpPr>
            <a:spLocks noGrp="1"/>
          </p:cNvSpPr>
          <p:nvPr>
            <p:ph type="ftr" sz="quarter" idx="11"/>
          </p:nvPr>
        </p:nvSpPr>
        <p:spPr/>
        <p:txBody>
          <a:bodyPr rtlCol="0"/>
          <a:lstStyle>
            <a:lvl1pPr>
              <a:defRPr>
                <a:solidFill>
                  <a:srgbClr val="C60C30">
                    <a:tint val="75000"/>
                  </a:srgbClr>
                </a:solidFill>
                <a:latin typeface="Verdana" pitchFamily="34" charset="0"/>
              </a:defRPr>
            </a:lvl1pPr>
          </a:lstStyle>
          <a:p>
            <a:pPr>
              <a:defRPr/>
            </a:pPr>
            <a:endParaRPr lang="en-CA"/>
          </a:p>
        </p:txBody>
      </p:sp>
      <p:sp>
        <p:nvSpPr>
          <p:cNvPr id="4" name="Slide Number Placeholder 3"/>
          <p:cNvSpPr>
            <a:spLocks noGrp="1"/>
          </p:cNvSpPr>
          <p:nvPr>
            <p:ph type="sldNum" sz="quarter" idx="12"/>
          </p:nvPr>
        </p:nvSpPr>
        <p:spPr/>
        <p:txBody>
          <a:bodyPr/>
          <a:lstStyle>
            <a:lvl1pPr>
              <a:defRPr>
                <a:latin typeface="Verdana" pitchFamily="34" charset="0"/>
              </a:defRPr>
            </a:lvl1pPr>
          </a:lstStyle>
          <a:p>
            <a:pPr>
              <a:defRPr/>
            </a:pPr>
            <a:fld id="{35E32D48-E1EF-43B0-94F0-0C14DE255E9B}" type="slidenum">
              <a:rPr lang="en-CA"/>
              <a:pPr>
                <a:defRPr/>
              </a:pPr>
              <a:t>‹#›</a:t>
            </a:fld>
            <a:endParaRPr lang="en-CA" dirty="0"/>
          </a:p>
        </p:txBody>
      </p:sp>
    </p:spTree>
    <p:extLst>
      <p:ext uri="{BB962C8B-B14F-4D97-AF65-F5344CB8AC3E}">
        <p14:creationId xmlns:p14="http://schemas.microsoft.com/office/powerpoint/2010/main" val="39564483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4767263"/>
            <a:ext cx="2133600" cy="273844"/>
          </a:xfrm>
          <a:prstGeom prst="rect">
            <a:avLst/>
          </a:prstGeom>
        </p:spPr>
        <p:txBody>
          <a:bodyPr rtlCol="0"/>
          <a:lstStyle>
            <a:lvl1pPr>
              <a:defRPr>
                <a:solidFill>
                  <a:srgbClr val="C60C30">
                    <a:tint val="75000"/>
                  </a:srgbClr>
                </a:solidFill>
                <a:latin typeface="Verdana" pitchFamily="34" charset="0"/>
              </a:defRPr>
            </a:lvl1pPr>
          </a:lstStyle>
          <a:p>
            <a:pPr>
              <a:defRPr/>
            </a:pPr>
            <a:fld id="{26900D62-67D2-44BF-AB1A-D86C921285CD}" type="datetimeFigureOut">
              <a:rPr lang="en-CA"/>
              <a:pPr>
                <a:defRPr/>
              </a:pPr>
              <a:t>10/07/2018</a:t>
            </a:fld>
            <a:endParaRPr lang="en-CA" dirty="0"/>
          </a:p>
        </p:txBody>
      </p:sp>
      <p:sp>
        <p:nvSpPr>
          <p:cNvPr id="4" name="Footer Placeholder 3"/>
          <p:cNvSpPr>
            <a:spLocks noGrp="1"/>
          </p:cNvSpPr>
          <p:nvPr>
            <p:ph type="ftr" sz="quarter" idx="11"/>
          </p:nvPr>
        </p:nvSpPr>
        <p:spPr/>
        <p:txBody>
          <a:bodyPr rtlCol="0"/>
          <a:lstStyle>
            <a:lvl1pPr>
              <a:defRPr>
                <a:solidFill>
                  <a:srgbClr val="C60C30">
                    <a:tint val="75000"/>
                  </a:srgbClr>
                </a:solidFill>
                <a:latin typeface="Verdana" pitchFamily="34" charset="0"/>
              </a:defRPr>
            </a:lvl1pPr>
          </a:lstStyle>
          <a:p>
            <a:pPr>
              <a:defRPr/>
            </a:pPr>
            <a:endParaRPr lang="en-CA"/>
          </a:p>
        </p:txBody>
      </p:sp>
      <p:sp>
        <p:nvSpPr>
          <p:cNvPr id="5" name="Slide Number Placeholder 4"/>
          <p:cNvSpPr>
            <a:spLocks noGrp="1"/>
          </p:cNvSpPr>
          <p:nvPr>
            <p:ph type="sldNum" sz="quarter" idx="12"/>
          </p:nvPr>
        </p:nvSpPr>
        <p:spPr/>
        <p:txBody>
          <a:bodyPr/>
          <a:lstStyle>
            <a:lvl1pPr>
              <a:defRPr>
                <a:latin typeface="Verdana" pitchFamily="34" charset="0"/>
              </a:defRPr>
            </a:lvl1pPr>
          </a:lstStyle>
          <a:p>
            <a:pPr>
              <a:defRPr/>
            </a:pPr>
            <a:fld id="{DB03426C-926E-4700-974D-A7C797E4C35F}" type="slidenum">
              <a:rPr lang="en-CA"/>
              <a:pPr>
                <a:defRPr/>
              </a:pPr>
              <a:t>‹#›</a:t>
            </a:fld>
            <a:r>
              <a:rPr lang="en-CA"/>
              <a:t> / 14</a:t>
            </a:r>
            <a:endParaRPr lang="en-CA" dirty="0"/>
          </a:p>
        </p:txBody>
      </p:sp>
    </p:spTree>
    <p:extLst>
      <p:ext uri="{BB962C8B-B14F-4D97-AF65-F5344CB8AC3E}">
        <p14:creationId xmlns:p14="http://schemas.microsoft.com/office/powerpoint/2010/main" val="25251027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image" Target="../media/image3.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33401" y="257175"/>
            <a:ext cx="8075613"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6000" tIns="36000" rIns="36000" bIns="36000" numCol="1" anchor="t" anchorCtr="0" compatLnSpc="1">
            <a:prstTxWarp prst="textNoShape">
              <a:avLst/>
            </a:prstTxWarp>
          </a:bodyPr>
          <a:lstStyle/>
          <a:p>
            <a:pPr lvl="0"/>
            <a:r>
              <a:rPr lang="en-US" altLang="ru-RU" smtClean="0"/>
              <a:t>Click to edit Master title style</a:t>
            </a:r>
          </a:p>
        </p:txBody>
      </p:sp>
      <p:sp>
        <p:nvSpPr>
          <p:cNvPr id="1027" name="Rectangle 3"/>
          <p:cNvSpPr>
            <a:spLocks noGrp="1" noChangeArrowheads="1"/>
          </p:cNvSpPr>
          <p:nvPr>
            <p:ph type="body" idx="1"/>
          </p:nvPr>
        </p:nvSpPr>
        <p:spPr bwMode="auto">
          <a:xfrm>
            <a:off x="534988" y="981076"/>
            <a:ext cx="8075612" cy="2651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6000" tIns="36000" rIns="36000" bIns="36000" numCol="1" anchor="t" anchorCtr="0" compatLnSpc="1">
            <a:prstTxWarp prst="textNoShape">
              <a:avLst/>
            </a:prstTxWarp>
          </a:bodyPr>
          <a:lstStyle/>
          <a:p>
            <a:pPr lvl="0"/>
            <a:r>
              <a:rPr lang="en-US" altLang="ru-RU" smtClean="0"/>
              <a:t>Click to edit Master text styles</a:t>
            </a:r>
          </a:p>
          <a:p>
            <a:pPr lvl="1"/>
            <a:r>
              <a:rPr lang="en-US" altLang="ru-RU" smtClean="0"/>
              <a:t>Second level</a:t>
            </a:r>
          </a:p>
          <a:p>
            <a:pPr lvl="2"/>
            <a:r>
              <a:rPr lang="en-US" altLang="ru-RU" smtClean="0"/>
              <a:t>Third level</a:t>
            </a:r>
          </a:p>
        </p:txBody>
      </p:sp>
      <p:sp>
        <p:nvSpPr>
          <p:cNvPr id="1028" name="Rectangle 4"/>
          <p:cNvSpPr>
            <a:spLocks noChangeArrowheads="1"/>
          </p:cNvSpPr>
          <p:nvPr/>
        </p:nvSpPr>
        <p:spPr bwMode="auto">
          <a:xfrm>
            <a:off x="534988" y="742951"/>
            <a:ext cx="8075612" cy="2143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000">
                <a:solidFill>
                  <a:schemeClr val="tx1"/>
                </a:solidFill>
                <a:latin typeface="Verdana" pitchFamily="34" charset="0"/>
                <a:cs typeface="Arial" charset="0"/>
              </a:defRPr>
            </a:lvl1pPr>
            <a:lvl2pPr marL="742950" indent="-285750" eaLnBrk="0" hangingPunct="0">
              <a:defRPr sz="1000">
                <a:solidFill>
                  <a:schemeClr val="tx1"/>
                </a:solidFill>
                <a:latin typeface="Verdana" pitchFamily="34" charset="0"/>
                <a:cs typeface="Arial" charset="0"/>
              </a:defRPr>
            </a:lvl2pPr>
            <a:lvl3pPr marL="1143000" indent="-228600" eaLnBrk="0" hangingPunct="0">
              <a:defRPr sz="1000">
                <a:solidFill>
                  <a:schemeClr val="tx1"/>
                </a:solidFill>
                <a:latin typeface="Verdana" pitchFamily="34" charset="0"/>
                <a:cs typeface="Arial" charset="0"/>
              </a:defRPr>
            </a:lvl3pPr>
            <a:lvl4pPr marL="1600200" indent="-228600" eaLnBrk="0" hangingPunct="0">
              <a:defRPr sz="1000">
                <a:solidFill>
                  <a:schemeClr val="tx1"/>
                </a:solidFill>
                <a:latin typeface="Verdana" pitchFamily="34" charset="0"/>
                <a:cs typeface="Arial" charset="0"/>
              </a:defRPr>
            </a:lvl4pPr>
            <a:lvl5pPr marL="2057400" indent="-228600" eaLnBrk="0" hangingPunct="0">
              <a:defRPr sz="1000">
                <a:solidFill>
                  <a:schemeClr val="tx1"/>
                </a:solidFill>
                <a:latin typeface="Verdana" pitchFamily="34" charset="0"/>
                <a:cs typeface="Arial" charset="0"/>
              </a:defRPr>
            </a:lvl5pPr>
            <a:lvl6pPr marL="2514600" indent="-228600" eaLnBrk="0" fontAlgn="base" hangingPunct="0">
              <a:spcBef>
                <a:spcPct val="0"/>
              </a:spcBef>
              <a:spcAft>
                <a:spcPct val="0"/>
              </a:spcAft>
              <a:defRPr sz="1000">
                <a:solidFill>
                  <a:schemeClr val="tx1"/>
                </a:solidFill>
                <a:latin typeface="Verdana" pitchFamily="34" charset="0"/>
                <a:cs typeface="Arial" charset="0"/>
              </a:defRPr>
            </a:lvl6pPr>
            <a:lvl7pPr marL="2971800" indent="-228600" eaLnBrk="0" fontAlgn="base" hangingPunct="0">
              <a:spcBef>
                <a:spcPct val="0"/>
              </a:spcBef>
              <a:spcAft>
                <a:spcPct val="0"/>
              </a:spcAft>
              <a:defRPr sz="1000">
                <a:solidFill>
                  <a:schemeClr val="tx1"/>
                </a:solidFill>
                <a:latin typeface="Verdana" pitchFamily="34" charset="0"/>
                <a:cs typeface="Arial" charset="0"/>
              </a:defRPr>
            </a:lvl7pPr>
            <a:lvl8pPr marL="3429000" indent="-228600" eaLnBrk="0" fontAlgn="base" hangingPunct="0">
              <a:spcBef>
                <a:spcPct val="0"/>
              </a:spcBef>
              <a:spcAft>
                <a:spcPct val="0"/>
              </a:spcAft>
              <a:defRPr sz="1000">
                <a:solidFill>
                  <a:schemeClr val="tx1"/>
                </a:solidFill>
                <a:latin typeface="Verdana" pitchFamily="34" charset="0"/>
                <a:cs typeface="Arial" charset="0"/>
              </a:defRPr>
            </a:lvl8pPr>
            <a:lvl9pPr marL="3886200" indent="-228600" eaLnBrk="0" fontAlgn="base" hangingPunct="0">
              <a:spcBef>
                <a:spcPct val="0"/>
              </a:spcBef>
              <a:spcAft>
                <a:spcPct val="0"/>
              </a:spcAft>
              <a:defRPr sz="1000">
                <a:solidFill>
                  <a:schemeClr val="tx1"/>
                </a:solidFill>
                <a:latin typeface="Verdana" pitchFamily="34" charset="0"/>
                <a:cs typeface="Arial" charset="0"/>
              </a:defRPr>
            </a:lvl9pPr>
          </a:lstStyle>
          <a:p>
            <a:pPr algn="ctr">
              <a:lnSpc>
                <a:spcPct val="90000"/>
              </a:lnSpc>
              <a:spcBef>
                <a:spcPct val="20000"/>
              </a:spcBef>
              <a:buClr>
                <a:srgbClr val="ED7A00"/>
              </a:buClr>
              <a:buSzPct val="80000"/>
              <a:buFont typeface="Tahoma" pitchFamily="34" charset="0"/>
              <a:buNone/>
              <a:defRPr/>
            </a:pPr>
            <a:endParaRPr lang="en-CA" altLang="ru-RU" sz="2400" smtClean="0">
              <a:solidFill>
                <a:srgbClr val="0C2577"/>
              </a:solidFill>
              <a:latin typeface="Tahoma" pitchFamily="34" charset="0"/>
            </a:endParaRPr>
          </a:p>
        </p:txBody>
      </p:sp>
      <p:sp>
        <p:nvSpPr>
          <p:cNvPr id="1029" name="Text Box 7"/>
          <p:cNvSpPr txBox="1">
            <a:spLocks noChangeArrowheads="1"/>
          </p:cNvSpPr>
          <p:nvPr/>
        </p:nvSpPr>
        <p:spPr bwMode="auto">
          <a:xfrm>
            <a:off x="8828088" y="5001816"/>
            <a:ext cx="315912" cy="183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spAutoFit/>
          </a:bodyPr>
          <a:lstStyle>
            <a:lvl1pPr eaLnBrk="0" hangingPunct="0">
              <a:defRPr sz="1000">
                <a:solidFill>
                  <a:schemeClr val="tx1"/>
                </a:solidFill>
                <a:latin typeface="Verdana" pitchFamily="34" charset="0"/>
                <a:cs typeface="Arial" charset="0"/>
              </a:defRPr>
            </a:lvl1pPr>
            <a:lvl2pPr marL="742950" indent="-285750" eaLnBrk="0" hangingPunct="0">
              <a:defRPr sz="1000">
                <a:solidFill>
                  <a:schemeClr val="tx1"/>
                </a:solidFill>
                <a:latin typeface="Verdana" pitchFamily="34" charset="0"/>
                <a:cs typeface="Arial" charset="0"/>
              </a:defRPr>
            </a:lvl2pPr>
            <a:lvl3pPr marL="1143000" indent="-228600" eaLnBrk="0" hangingPunct="0">
              <a:defRPr sz="1000">
                <a:solidFill>
                  <a:schemeClr val="tx1"/>
                </a:solidFill>
                <a:latin typeface="Verdana" pitchFamily="34" charset="0"/>
                <a:cs typeface="Arial" charset="0"/>
              </a:defRPr>
            </a:lvl3pPr>
            <a:lvl4pPr marL="1600200" indent="-228600" eaLnBrk="0" hangingPunct="0">
              <a:defRPr sz="1000">
                <a:solidFill>
                  <a:schemeClr val="tx1"/>
                </a:solidFill>
                <a:latin typeface="Verdana" pitchFamily="34" charset="0"/>
                <a:cs typeface="Arial" charset="0"/>
              </a:defRPr>
            </a:lvl4pPr>
            <a:lvl5pPr marL="2057400" indent="-228600" eaLnBrk="0" hangingPunct="0">
              <a:defRPr sz="1000">
                <a:solidFill>
                  <a:schemeClr val="tx1"/>
                </a:solidFill>
                <a:latin typeface="Verdana" pitchFamily="34" charset="0"/>
                <a:cs typeface="Arial" charset="0"/>
              </a:defRPr>
            </a:lvl5pPr>
            <a:lvl6pPr marL="2514600" indent="-228600" eaLnBrk="0" fontAlgn="base" hangingPunct="0">
              <a:spcBef>
                <a:spcPct val="0"/>
              </a:spcBef>
              <a:spcAft>
                <a:spcPct val="0"/>
              </a:spcAft>
              <a:defRPr sz="1000">
                <a:solidFill>
                  <a:schemeClr val="tx1"/>
                </a:solidFill>
                <a:latin typeface="Verdana" pitchFamily="34" charset="0"/>
                <a:cs typeface="Arial" charset="0"/>
              </a:defRPr>
            </a:lvl6pPr>
            <a:lvl7pPr marL="2971800" indent="-228600" eaLnBrk="0" fontAlgn="base" hangingPunct="0">
              <a:spcBef>
                <a:spcPct val="0"/>
              </a:spcBef>
              <a:spcAft>
                <a:spcPct val="0"/>
              </a:spcAft>
              <a:defRPr sz="1000">
                <a:solidFill>
                  <a:schemeClr val="tx1"/>
                </a:solidFill>
                <a:latin typeface="Verdana" pitchFamily="34" charset="0"/>
                <a:cs typeface="Arial" charset="0"/>
              </a:defRPr>
            </a:lvl7pPr>
            <a:lvl8pPr marL="3429000" indent="-228600" eaLnBrk="0" fontAlgn="base" hangingPunct="0">
              <a:spcBef>
                <a:spcPct val="0"/>
              </a:spcBef>
              <a:spcAft>
                <a:spcPct val="0"/>
              </a:spcAft>
              <a:defRPr sz="1000">
                <a:solidFill>
                  <a:schemeClr val="tx1"/>
                </a:solidFill>
                <a:latin typeface="Verdana" pitchFamily="34" charset="0"/>
                <a:cs typeface="Arial" charset="0"/>
              </a:defRPr>
            </a:lvl8pPr>
            <a:lvl9pPr marL="3886200" indent="-228600" eaLnBrk="0" fontAlgn="base" hangingPunct="0">
              <a:spcBef>
                <a:spcPct val="0"/>
              </a:spcBef>
              <a:spcAft>
                <a:spcPct val="0"/>
              </a:spcAft>
              <a:defRPr sz="1000">
                <a:solidFill>
                  <a:schemeClr val="tx1"/>
                </a:solidFill>
                <a:latin typeface="Verdana" pitchFamily="34" charset="0"/>
                <a:cs typeface="Arial" charset="0"/>
              </a:defRPr>
            </a:lvl9pPr>
          </a:lstStyle>
          <a:p>
            <a:pPr algn="r">
              <a:lnSpc>
                <a:spcPct val="90000"/>
              </a:lnSpc>
              <a:spcBef>
                <a:spcPct val="50000"/>
              </a:spcBef>
              <a:buClr>
                <a:srgbClr val="ED7A00"/>
              </a:buClr>
              <a:buSzPct val="80000"/>
              <a:buFont typeface="Times New Roman" pitchFamily="18" charset="0"/>
              <a:buNone/>
              <a:defRPr/>
            </a:pPr>
            <a:fld id="{F94E79AC-234F-4BB4-8B41-98304209B673}" type="slidenum">
              <a:rPr lang="en-US" altLang="ru-RU" sz="800" smtClean="0">
                <a:solidFill>
                  <a:srgbClr val="0C2577"/>
                </a:solidFill>
                <a:latin typeface="Tahoma" pitchFamily="34" charset="0"/>
              </a:rPr>
              <a:pPr algn="r">
                <a:lnSpc>
                  <a:spcPct val="90000"/>
                </a:lnSpc>
                <a:spcBef>
                  <a:spcPct val="50000"/>
                </a:spcBef>
                <a:buClr>
                  <a:srgbClr val="ED7A00"/>
                </a:buClr>
                <a:buSzPct val="80000"/>
                <a:buFont typeface="Times New Roman" pitchFamily="18" charset="0"/>
                <a:buNone/>
                <a:defRPr/>
              </a:pPr>
              <a:t>‹#›</a:t>
            </a:fld>
            <a:endParaRPr lang="en-US" altLang="ru-RU" sz="800" smtClean="0">
              <a:solidFill>
                <a:srgbClr val="0C2577"/>
              </a:solidFill>
              <a:latin typeface="Tahoma" pitchFamily="34" charset="0"/>
            </a:endParaRPr>
          </a:p>
        </p:txBody>
      </p:sp>
      <p:sp>
        <p:nvSpPr>
          <p:cNvPr id="1030" name="AutoShape 10" descr="229044011@30082004-10DC"/>
          <p:cNvSpPr>
            <a:spLocks noChangeAspect="1" noChangeArrowheads="1"/>
          </p:cNvSpPr>
          <p:nvPr/>
        </p:nvSpPr>
        <p:spPr bwMode="auto">
          <a:xfrm>
            <a:off x="4419600" y="2457450"/>
            <a:ext cx="3048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a:solidFill>
                  <a:schemeClr val="tx1"/>
                </a:solidFill>
                <a:latin typeface="Verdana" pitchFamily="34" charset="0"/>
                <a:cs typeface="Arial" charset="0"/>
              </a:defRPr>
            </a:lvl1pPr>
            <a:lvl2pPr marL="742950" indent="-285750" eaLnBrk="0" hangingPunct="0">
              <a:defRPr sz="1000">
                <a:solidFill>
                  <a:schemeClr val="tx1"/>
                </a:solidFill>
                <a:latin typeface="Verdana" pitchFamily="34" charset="0"/>
                <a:cs typeface="Arial" charset="0"/>
              </a:defRPr>
            </a:lvl2pPr>
            <a:lvl3pPr marL="1143000" indent="-228600" eaLnBrk="0" hangingPunct="0">
              <a:defRPr sz="1000">
                <a:solidFill>
                  <a:schemeClr val="tx1"/>
                </a:solidFill>
                <a:latin typeface="Verdana" pitchFamily="34" charset="0"/>
                <a:cs typeface="Arial" charset="0"/>
              </a:defRPr>
            </a:lvl3pPr>
            <a:lvl4pPr marL="1600200" indent="-228600" eaLnBrk="0" hangingPunct="0">
              <a:defRPr sz="1000">
                <a:solidFill>
                  <a:schemeClr val="tx1"/>
                </a:solidFill>
                <a:latin typeface="Verdana" pitchFamily="34" charset="0"/>
                <a:cs typeface="Arial" charset="0"/>
              </a:defRPr>
            </a:lvl4pPr>
            <a:lvl5pPr marL="2057400" indent="-228600" eaLnBrk="0" hangingPunct="0">
              <a:defRPr sz="1000">
                <a:solidFill>
                  <a:schemeClr val="tx1"/>
                </a:solidFill>
                <a:latin typeface="Verdana" pitchFamily="34" charset="0"/>
                <a:cs typeface="Arial" charset="0"/>
              </a:defRPr>
            </a:lvl5pPr>
            <a:lvl6pPr marL="2514600" indent="-228600" eaLnBrk="0" fontAlgn="base" hangingPunct="0">
              <a:spcBef>
                <a:spcPct val="0"/>
              </a:spcBef>
              <a:spcAft>
                <a:spcPct val="0"/>
              </a:spcAft>
              <a:defRPr sz="1000">
                <a:solidFill>
                  <a:schemeClr val="tx1"/>
                </a:solidFill>
                <a:latin typeface="Verdana" pitchFamily="34" charset="0"/>
                <a:cs typeface="Arial" charset="0"/>
              </a:defRPr>
            </a:lvl6pPr>
            <a:lvl7pPr marL="2971800" indent="-228600" eaLnBrk="0" fontAlgn="base" hangingPunct="0">
              <a:spcBef>
                <a:spcPct val="0"/>
              </a:spcBef>
              <a:spcAft>
                <a:spcPct val="0"/>
              </a:spcAft>
              <a:defRPr sz="1000">
                <a:solidFill>
                  <a:schemeClr val="tx1"/>
                </a:solidFill>
                <a:latin typeface="Verdana" pitchFamily="34" charset="0"/>
                <a:cs typeface="Arial" charset="0"/>
              </a:defRPr>
            </a:lvl7pPr>
            <a:lvl8pPr marL="3429000" indent="-228600" eaLnBrk="0" fontAlgn="base" hangingPunct="0">
              <a:spcBef>
                <a:spcPct val="0"/>
              </a:spcBef>
              <a:spcAft>
                <a:spcPct val="0"/>
              </a:spcAft>
              <a:defRPr sz="1000">
                <a:solidFill>
                  <a:schemeClr val="tx1"/>
                </a:solidFill>
                <a:latin typeface="Verdana" pitchFamily="34" charset="0"/>
                <a:cs typeface="Arial" charset="0"/>
              </a:defRPr>
            </a:lvl8pPr>
            <a:lvl9pPr marL="3886200" indent="-228600" eaLnBrk="0" fontAlgn="base" hangingPunct="0">
              <a:spcBef>
                <a:spcPct val="0"/>
              </a:spcBef>
              <a:spcAft>
                <a:spcPct val="0"/>
              </a:spcAft>
              <a:defRPr sz="1000">
                <a:solidFill>
                  <a:schemeClr val="tx1"/>
                </a:solidFill>
                <a:latin typeface="Verdana" pitchFamily="34" charset="0"/>
                <a:cs typeface="Arial" charset="0"/>
              </a:defRPr>
            </a:lvl9pPr>
          </a:lstStyle>
          <a:p>
            <a:pPr>
              <a:lnSpc>
                <a:spcPct val="90000"/>
              </a:lnSpc>
              <a:spcBef>
                <a:spcPct val="20000"/>
              </a:spcBef>
              <a:buClr>
                <a:srgbClr val="ED7A00"/>
              </a:buClr>
              <a:buSzPct val="80000"/>
              <a:buFont typeface="Times New Roman" pitchFamily="18" charset="0"/>
              <a:buNone/>
              <a:defRPr/>
            </a:pPr>
            <a:endParaRPr lang="ru-RU" altLang="ru-RU" sz="1200" smtClean="0">
              <a:solidFill>
                <a:srgbClr val="0C2577"/>
              </a:solidFill>
              <a:latin typeface="Microsoft Sans Serif" pitchFamily="34" charset="0"/>
            </a:endParaRPr>
          </a:p>
        </p:txBody>
      </p:sp>
      <p:sp>
        <p:nvSpPr>
          <p:cNvPr id="1031" name="AutoShape 11" descr="229044011@30082004-10DC"/>
          <p:cNvSpPr>
            <a:spLocks noChangeAspect="1" noChangeArrowheads="1"/>
          </p:cNvSpPr>
          <p:nvPr/>
        </p:nvSpPr>
        <p:spPr bwMode="auto">
          <a:xfrm>
            <a:off x="4419600" y="2457450"/>
            <a:ext cx="3048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a:solidFill>
                  <a:schemeClr val="tx1"/>
                </a:solidFill>
                <a:latin typeface="Verdana" pitchFamily="34" charset="0"/>
                <a:cs typeface="Arial" charset="0"/>
              </a:defRPr>
            </a:lvl1pPr>
            <a:lvl2pPr marL="742950" indent="-285750" eaLnBrk="0" hangingPunct="0">
              <a:defRPr sz="1000">
                <a:solidFill>
                  <a:schemeClr val="tx1"/>
                </a:solidFill>
                <a:latin typeface="Verdana" pitchFamily="34" charset="0"/>
                <a:cs typeface="Arial" charset="0"/>
              </a:defRPr>
            </a:lvl2pPr>
            <a:lvl3pPr marL="1143000" indent="-228600" eaLnBrk="0" hangingPunct="0">
              <a:defRPr sz="1000">
                <a:solidFill>
                  <a:schemeClr val="tx1"/>
                </a:solidFill>
                <a:latin typeface="Verdana" pitchFamily="34" charset="0"/>
                <a:cs typeface="Arial" charset="0"/>
              </a:defRPr>
            </a:lvl3pPr>
            <a:lvl4pPr marL="1600200" indent="-228600" eaLnBrk="0" hangingPunct="0">
              <a:defRPr sz="1000">
                <a:solidFill>
                  <a:schemeClr val="tx1"/>
                </a:solidFill>
                <a:latin typeface="Verdana" pitchFamily="34" charset="0"/>
                <a:cs typeface="Arial" charset="0"/>
              </a:defRPr>
            </a:lvl4pPr>
            <a:lvl5pPr marL="2057400" indent="-228600" eaLnBrk="0" hangingPunct="0">
              <a:defRPr sz="1000">
                <a:solidFill>
                  <a:schemeClr val="tx1"/>
                </a:solidFill>
                <a:latin typeface="Verdana" pitchFamily="34" charset="0"/>
                <a:cs typeface="Arial" charset="0"/>
              </a:defRPr>
            </a:lvl5pPr>
            <a:lvl6pPr marL="2514600" indent="-228600" eaLnBrk="0" fontAlgn="base" hangingPunct="0">
              <a:spcBef>
                <a:spcPct val="0"/>
              </a:spcBef>
              <a:spcAft>
                <a:spcPct val="0"/>
              </a:spcAft>
              <a:defRPr sz="1000">
                <a:solidFill>
                  <a:schemeClr val="tx1"/>
                </a:solidFill>
                <a:latin typeface="Verdana" pitchFamily="34" charset="0"/>
                <a:cs typeface="Arial" charset="0"/>
              </a:defRPr>
            </a:lvl6pPr>
            <a:lvl7pPr marL="2971800" indent="-228600" eaLnBrk="0" fontAlgn="base" hangingPunct="0">
              <a:spcBef>
                <a:spcPct val="0"/>
              </a:spcBef>
              <a:spcAft>
                <a:spcPct val="0"/>
              </a:spcAft>
              <a:defRPr sz="1000">
                <a:solidFill>
                  <a:schemeClr val="tx1"/>
                </a:solidFill>
                <a:latin typeface="Verdana" pitchFamily="34" charset="0"/>
                <a:cs typeface="Arial" charset="0"/>
              </a:defRPr>
            </a:lvl7pPr>
            <a:lvl8pPr marL="3429000" indent="-228600" eaLnBrk="0" fontAlgn="base" hangingPunct="0">
              <a:spcBef>
                <a:spcPct val="0"/>
              </a:spcBef>
              <a:spcAft>
                <a:spcPct val="0"/>
              </a:spcAft>
              <a:defRPr sz="1000">
                <a:solidFill>
                  <a:schemeClr val="tx1"/>
                </a:solidFill>
                <a:latin typeface="Verdana" pitchFamily="34" charset="0"/>
                <a:cs typeface="Arial" charset="0"/>
              </a:defRPr>
            </a:lvl8pPr>
            <a:lvl9pPr marL="3886200" indent="-228600" eaLnBrk="0" fontAlgn="base" hangingPunct="0">
              <a:spcBef>
                <a:spcPct val="0"/>
              </a:spcBef>
              <a:spcAft>
                <a:spcPct val="0"/>
              </a:spcAft>
              <a:defRPr sz="1000">
                <a:solidFill>
                  <a:schemeClr val="tx1"/>
                </a:solidFill>
                <a:latin typeface="Verdana" pitchFamily="34" charset="0"/>
                <a:cs typeface="Arial" charset="0"/>
              </a:defRPr>
            </a:lvl9pPr>
          </a:lstStyle>
          <a:p>
            <a:pPr>
              <a:lnSpc>
                <a:spcPct val="90000"/>
              </a:lnSpc>
              <a:spcBef>
                <a:spcPct val="20000"/>
              </a:spcBef>
              <a:buClr>
                <a:srgbClr val="ED7A00"/>
              </a:buClr>
              <a:buSzPct val="80000"/>
              <a:buFont typeface="Times New Roman" pitchFamily="18" charset="0"/>
              <a:buNone/>
              <a:defRPr/>
            </a:pPr>
            <a:endParaRPr lang="ru-RU" altLang="ru-RU" sz="1200" smtClean="0">
              <a:solidFill>
                <a:srgbClr val="0C2577"/>
              </a:solidFill>
              <a:latin typeface="Microsoft Sans Serif" pitchFamily="34" charset="0"/>
            </a:endParaRPr>
          </a:p>
        </p:txBody>
      </p:sp>
      <p:sp>
        <p:nvSpPr>
          <p:cNvPr id="1032" name="AutoShape 12" descr="229044011@30082004-10DC"/>
          <p:cNvSpPr>
            <a:spLocks noChangeAspect="1" noChangeArrowheads="1"/>
          </p:cNvSpPr>
          <p:nvPr/>
        </p:nvSpPr>
        <p:spPr bwMode="auto">
          <a:xfrm>
            <a:off x="4419600" y="2457450"/>
            <a:ext cx="3048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a:solidFill>
                  <a:schemeClr val="tx1"/>
                </a:solidFill>
                <a:latin typeface="Verdana" pitchFamily="34" charset="0"/>
                <a:cs typeface="Arial" charset="0"/>
              </a:defRPr>
            </a:lvl1pPr>
            <a:lvl2pPr marL="742950" indent="-285750" eaLnBrk="0" hangingPunct="0">
              <a:defRPr sz="1000">
                <a:solidFill>
                  <a:schemeClr val="tx1"/>
                </a:solidFill>
                <a:latin typeface="Verdana" pitchFamily="34" charset="0"/>
                <a:cs typeface="Arial" charset="0"/>
              </a:defRPr>
            </a:lvl2pPr>
            <a:lvl3pPr marL="1143000" indent="-228600" eaLnBrk="0" hangingPunct="0">
              <a:defRPr sz="1000">
                <a:solidFill>
                  <a:schemeClr val="tx1"/>
                </a:solidFill>
                <a:latin typeface="Verdana" pitchFamily="34" charset="0"/>
                <a:cs typeface="Arial" charset="0"/>
              </a:defRPr>
            </a:lvl3pPr>
            <a:lvl4pPr marL="1600200" indent="-228600" eaLnBrk="0" hangingPunct="0">
              <a:defRPr sz="1000">
                <a:solidFill>
                  <a:schemeClr val="tx1"/>
                </a:solidFill>
                <a:latin typeface="Verdana" pitchFamily="34" charset="0"/>
                <a:cs typeface="Arial" charset="0"/>
              </a:defRPr>
            </a:lvl4pPr>
            <a:lvl5pPr marL="2057400" indent="-228600" eaLnBrk="0" hangingPunct="0">
              <a:defRPr sz="1000">
                <a:solidFill>
                  <a:schemeClr val="tx1"/>
                </a:solidFill>
                <a:latin typeface="Verdana" pitchFamily="34" charset="0"/>
                <a:cs typeface="Arial" charset="0"/>
              </a:defRPr>
            </a:lvl5pPr>
            <a:lvl6pPr marL="2514600" indent="-228600" eaLnBrk="0" fontAlgn="base" hangingPunct="0">
              <a:spcBef>
                <a:spcPct val="0"/>
              </a:spcBef>
              <a:spcAft>
                <a:spcPct val="0"/>
              </a:spcAft>
              <a:defRPr sz="1000">
                <a:solidFill>
                  <a:schemeClr val="tx1"/>
                </a:solidFill>
                <a:latin typeface="Verdana" pitchFamily="34" charset="0"/>
                <a:cs typeface="Arial" charset="0"/>
              </a:defRPr>
            </a:lvl6pPr>
            <a:lvl7pPr marL="2971800" indent="-228600" eaLnBrk="0" fontAlgn="base" hangingPunct="0">
              <a:spcBef>
                <a:spcPct val="0"/>
              </a:spcBef>
              <a:spcAft>
                <a:spcPct val="0"/>
              </a:spcAft>
              <a:defRPr sz="1000">
                <a:solidFill>
                  <a:schemeClr val="tx1"/>
                </a:solidFill>
                <a:latin typeface="Verdana" pitchFamily="34" charset="0"/>
                <a:cs typeface="Arial" charset="0"/>
              </a:defRPr>
            </a:lvl7pPr>
            <a:lvl8pPr marL="3429000" indent="-228600" eaLnBrk="0" fontAlgn="base" hangingPunct="0">
              <a:spcBef>
                <a:spcPct val="0"/>
              </a:spcBef>
              <a:spcAft>
                <a:spcPct val="0"/>
              </a:spcAft>
              <a:defRPr sz="1000">
                <a:solidFill>
                  <a:schemeClr val="tx1"/>
                </a:solidFill>
                <a:latin typeface="Verdana" pitchFamily="34" charset="0"/>
                <a:cs typeface="Arial" charset="0"/>
              </a:defRPr>
            </a:lvl8pPr>
            <a:lvl9pPr marL="3886200" indent="-228600" eaLnBrk="0" fontAlgn="base" hangingPunct="0">
              <a:spcBef>
                <a:spcPct val="0"/>
              </a:spcBef>
              <a:spcAft>
                <a:spcPct val="0"/>
              </a:spcAft>
              <a:defRPr sz="1000">
                <a:solidFill>
                  <a:schemeClr val="tx1"/>
                </a:solidFill>
                <a:latin typeface="Verdana" pitchFamily="34" charset="0"/>
                <a:cs typeface="Arial" charset="0"/>
              </a:defRPr>
            </a:lvl9pPr>
          </a:lstStyle>
          <a:p>
            <a:pPr>
              <a:lnSpc>
                <a:spcPct val="90000"/>
              </a:lnSpc>
              <a:spcBef>
                <a:spcPct val="20000"/>
              </a:spcBef>
              <a:buClr>
                <a:srgbClr val="ED7A00"/>
              </a:buClr>
              <a:buSzPct val="80000"/>
              <a:buFont typeface="Times New Roman" pitchFamily="18" charset="0"/>
              <a:buNone/>
              <a:defRPr/>
            </a:pPr>
            <a:endParaRPr lang="ru-RU" altLang="ru-RU" sz="1200" smtClean="0">
              <a:solidFill>
                <a:srgbClr val="0C2577"/>
              </a:solidFill>
              <a:latin typeface="Microsoft Sans Serif" pitchFamily="34" charset="0"/>
            </a:endParaRPr>
          </a:p>
        </p:txBody>
      </p:sp>
      <p:pic>
        <p:nvPicPr>
          <p:cNvPr id="1033" name="Picture 1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239000" y="4572000"/>
            <a:ext cx="1447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 name="Picture 21" descr="New VPO-Logo 1"/>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52401" y="4619625"/>
            <a:ext cx="1820863"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7365" r:id="rId1"/>
    <p:sldLayoutId id="2147487355" r:id="rId2"/>
    <p:sldLayoutId id="2147487356" r:id="rId3"/>
    <p:sldLayoutId id="2147487357" r:id="rId4"/>
    <p:sldLayoutId id="2147487358" r:id="rId5"/>
    <p:sldLayoutId id="2147487359" r:id="rId6"/>
    <p:sldLayoutId id="2147487360" r:id="rId7"/>
    <p:sldLayoutId id="2147487361" r:id="rId8"/>
    <p:sldLayoutId id="2147487362" r:id="rId9"/>
    <p:sldLayoutId id="2147487363" r:id="rId10"/>
    <p:sldLayoutId id="2147487364" r:id="rId11"/>
  </p:sldLayoutIdLst>
  <p:transition/>
  <p:txStyles>
    <p:titleStyle>
      <a:lvl1pPr algn="l" rtl="0" eaLnBrk="0" fontAlgn="base" hangingPunct="0">
        <a:spcBef>
          <a:spcPct val="0"/>
        </a:spcBef>
        <a:spcAft>
          <a:spcPct val="0"/>
        </a:spcAft>
        <a:defRPr sz="2400" b="1">
          <a:solidFill>
            <a:srgbClr val="0C2577"/>
          </a:solidFill>
          <a:latin typeface="+mj-lt"/>
          <a:ea typeface="+mj-ea"/>
          <a:cs typeface="+mj-cs"/>
        </a:defRPr>
      </a:lvl1pPr>
      <a:lvl2pPr algn="l" rtl="0" eaLnBrk="0" fontAlgn="base" hangingPunct="0">
        <a:spcBef>
          <a:spcPct val="0"/>
        </a:spcBef>
        <a:spcAft>
          <a:spcPct val="0"/>
        </a:spcAft>
        <a:defRPr sz="2400" b="1">
          <a:solidFill>
            <a:srgbClr val="0C2577"/>
          </a:solidFill>
          <a:latin typeface="Verdana" pitchFamily="34" charset="0"/>
          <a:cs typeface="Arial" pitchFamily="34" charset="0"/>
        </a:defRPr>
      </a:lvl2pPr>
      <a:lvl3pPr algn="l" rtl="0" eaLnBrk="0" fontAlgn="base" hangingPunct="0">
        <a:spcBef>
          <a:spcPct val="0"/>
        </a:spcBef>
        <a:spcAft>
          <a:spcPct val="0"/>
        </a:spcAft>
        <a:defRPr sz="2400" b="1">
          <a:solidFill>
            <a:srgbClr val="0C2577"/>
          </a:solidFill>
          <a:latin typeface="Verdana" pitchFamily="34" charset="0"/>
          <a:cs typeface="Arial" pitchFamily="34" charset="0"/>
        </a:defRPr>
      </a:lvl3pPr>
      <a:lvl4pPr algn="l" rtl="0" eaLnBrk="0" fontAlgn="base" hangingPunct="0">
        <a:spcBef>
          <a:spcPct val="0"/>
        </a:spcBef>
        <a:spcAft>
          <a:spcPct val="0"/>
        </a:spcAft>
        <a:defRPr sz="2400" b="1">
          <a:solidFill>
            <a:srgbClr val="0C2577"/>
          </a:solidFill>
          <a:latin typeface="Verdana" pitchFamily="34" charset="0"/>
          <a:cs typeface="Arial" pitchFamily="34" charset="0"/>
        </a:defRPr>
      </a:lvl4pPr>
      <a:lvl5pPr algn="l" rtl="0" eaLnBrk="0" fontAlgn="base" hangingPunct="0">
        <a:spcBef>
          <a:spcPct val="0"/>
        </a:spcBef>
        <a:spcAft>
          <a:spcPct val="0"/>
        </a:spcAft>
        <a:defRPr sz="2400" b="1">
          <a:solidFill>
            <a:srgbClr val="0C2577"/>
          </a:solidFill>
          <a:latin typeface="Verdana" pitchFamily="34" charset="0"/>
          <a:cs typeface="Arial" pitchFamily="34" charset="0"/>
        </a:defRPr>
      </a:lvl5pPr>
      <a:lvl6pPr marL="457200" algn="l" rtl="0" fontAlgn="base">
        <a:spcBef>
          <a:spcPct val="0"/>
        </a:spcBef>
        <a:spcAft>
          <a:spcPct val="0"/>
        </a:spcAft>
        <a:defRPr sz="2400" b="1">
          <a:solidFill>
            <a:srgbClr val="0C2577"/>
          </a:solidFill>
          <a:latin typeface="Microsoft Sans Serif" pitchFamily="34" charset="0"/>
          <a:cs typeface="Arial" pitchFamily="34" charset="0"/>
        </a:defRPr>
      </a:lvl6pPr>
      <a:lvl7pPr marL="914400" algn="l" rtl="0" fontAlgn="base">
        <a:spcBef>
          <a:spcPct val="0"/>
        </a:spcBef>
        <a:spcAft>
          <a:spcPct val="0"/>
        </a:spcAft>
        <a:defRPr sz="2400" b="1">
          <a:solidFill>
            <a:srgbClr val="0C2577"/>
          </a:solidFill>
          <a:latin typeface="Microsoft Sans Serif" pitchFamily="34" charset="0"/>
          <a:cs typeface="Arial" pitchFamily="34" charset="0"/>
        </a:defRPr>
      </a:lvl7pPr>
      <a:lvl8pPr marL="1371600" algn="l" rtl="0" fontAlgn="base">
        <a:spcBef>
          <a:spcPct val="0"/>
        </a:spcBef>
        <a:spcAft>
          <a:spcPct val="0"/>
        </a:spcAft>
        <a:defRPr sz="2400" b="1">
          <a:solidFill>
            <a:srgbClr val="0C2577"/>
          </a:solidFill>
          <a:latin typeface="Microsoft Sans Serif" pitchFamily="34" charset="0"/>
          <a:cs typeface="Arial" pitchFamily="34" charset="0"/>
        </a:defRPr>
      </a:lvl8pPr>
      <a:lvl9pPr marL="1828800" algn="l" rtl="0" fontAlgn="base">
        <a:spcBef>
          <a:spcPct val="0"/>
        </a:spcBef>
        <a:spcAft>
          <a:spcPct val="0"/>
        </a:spcAft>
        <a:defRPr sz="2400" b="1">
          <a:solidFill>
            <a:srgbClr val="0C2577"/>
          </a:solidFill>
          <a:latin typeface="Microsoft Sans Serif" pitchFamily="34" charset="0"/>
          <a:cs typeface="Arial" pitchFamily="34" charset="0"/>
        </a:defRPr>
      </a:lvl9pPr>
    </p:titleStyle>
    <p:bodyStyle>
      <a:lvl1pPr marL="322263" indent="-322263" algn="l" rtl="0" eaLnBrk="0" fontAlgn="base" hangingPunct="0">
        <a:spcBef>
          <a:spcPts val="1200"/>
        </a:spcBef>
        <a:spcAft>
          <a:spcPct val="0"/>
        </a:spcAft>
        <a:buClr>
          <a:schemeClr val="tx1"/>
        </a:buClr>
        <a:buSzPct val="90000"/>
        <a:buFont typeface="Monotype Sorts" pitchFamily="2" charset="2"/>
        <a:buChar char="n"/>
        <a:defRPr sz="2000">
          <a:solidFill>
            <a:srgbClr val="0C2577"/>
          </a:solidFill>
          <a:latin typeface="+mn-lt"/>
          <a:ea typeface="+mn-ea"/>
          <a:cs typeface="+mn-cs"/>
        </a:defRPr>
      </a:lvl1pPr>
      <a:lvl2pPr marL="571500" indent="-247650" algn="l" rtl="0" eaLnBrk="0" fontAlgn="base" hangingPunct="0">
        <a:spcBef>
          <a:spcPts val="600"/>
        </a:spcBef>
        <a:spcAft>
          <a:spcPct val="0"/>
        </a:spcAft>
        <a:buClr>
          <a:schemeClr val="tx1"/>
        </a:buClr>
        <a:buSzPct val="70000"/>
        <a:buFont typeface="Monotype Sorts" pitchFamily="2" charset="2"/>
        <a:buChar char="n"/>
        <a:defRPr sz="2000">
          <a:solidFill>
            <a:srgbClr val="0C2577"/>
          </a:solidFill>
          <a:latin typeface="+mn-lt"/>
          <a:cs typeface="+mn-cs"/>
        </a:defRPr>
      </a:lvl2pPr>
      <a:lvl3pPr marL="754063" indent="-180975" algn="l" rtl="0" eaLnBrk="0" fontAlgn="base" hangingPunct="0">
        <a:spcBef>
          <a:spcPts val="300"/>
        </a:spcBef>
        <a:spcAft>
          <a:spcPts val="300"/>
        </a:spcAft>
        <a:buClr>
          <a:schemeClr val="tx1"/>
        </a:buClr>
        <a:buSzPct val="50000"/>
        <a:buFont typeface="Monotype Sorts" pitchFamily="2" charset="2"/>
        <a:buChar char="n"/>
        <a:defRPr sz="2000">
          <a:solidFill>
            <a:srgbClr val="0C2577"/>
          </a:solidFill>
          <a:latin typeface="+mn-lt"/>
          <a:cs typeface="+mn-cs"/>
        </a:defRPr>
      </a:lvl3pPr>
      <a:lvl4pPr marL="2990850" indent="-228600" algn="l" rtl="0" eaLnBrk="0" fontAlgn="base" hangingPunct="0">
        <a:spcBef>
          <a:spcPct val="20000"/>
        </a:spcBef>
        <a:spcAft>
          <a:spcPct val="0"/>
        </a:spcAft>
        <a:buChar char="–"/>
        <a:defRPr sz="2000">
          <a:solidFill>
            <a:schemeClr val="tx1"/>
          </a:solidFill>
          <a:latin typeface="Tahoma" pitchFamily="34" charset="0"/>
          <a:cs typeface="+mn-cs"/>
        </a:defRPr>
      </a:lvl4pPr>
      <a:lvl5pPr marL="3409950" indent="-228600" algn="l" rtl="0" eaLnBrk="0" fontAlgn="base" hangingPunct="0">
        <a:spcBef>
          <a:spcPct val="20000"/>
        </a:spcBef>
        <a:spcAft>
          <a:spcPct val="0"/>
        </a:spcAft>
        <a:buChar char="»"/>
        <a:defRPr sz="2000">
          <a:solidFill>
            <a:schemeClr val="tx1"/>
          </a:solidFill>
          <a:latin typeface="Tahoma" pitchFamily="34" charset="0"/>
          <a:cs typeface="+mn-cs"/>
        </a:defRPr>
      </a:lvl5pPr>
      <a:lvl6pPr marL="3867150" indent="-228600" algn="l" rtl="0" fontAlgn="base">
        <a:spcBef>
          <a:spcPct val="20000"/>
        </a:spcBef>
        <a:spcAft>
          <a:spcPct val="0"/>
        </a:spcAft>
        <a:buChar char="»"/>
        <a:defRPr sz="2000">
          <a:solidFill>
            <a:schemeClr val="tx1"/>
          </a:solidFill>
          <a:latin typeface="Tahoma" pitchFamily="34" charset="0"/>
          <a:cs typeface="+mn-cs"/>
        </a:defRPr>
      </a:lvl6pPr>
      <a:lvl7pPr marL="4324350" indent="-228600" algn="l" rtl="0" fontAlgn="base">
        <a:spcBef>
          <a:spcPct val="20000"/>
        </a:spcBef>
        <a:spcAft>
          <a:spcPct val="0"/>
        </a:spcAft>
        <a:buChar char="»"/>
        <a:defRPr sz="2000">
          <a:solidFill>
            <a:schemeClr val="tx1"/>
          </a:solidFill>
          <a:latin typeface="Tahoma" pitchFamily="34" charset="0"/>
          <a:cs typeface="+mn-cs"/>
        </a:defRPr>
      </a:lvl7pPr>
      <a:lvl8pPr marL="4781550" indent="-228600" algn="l" rtl="0" fontAlgn="base">
        <a:spcBef>
          <a:spcPct val="20000"/>
        </a:spcBef>
        <a:spcAft>
          <a:spcPct val="0"/>
        </a:spcAft>
        <a:buChar char="»"/>
        <a:defRPr sz="2000">
          <a:solidFill>
            <a:schemeClr val="tx1"/>
          </a:solidFill>
          <a:latin typeface="Tahoma" pitchFamily="34" charset="0"/>
          <a:cs typeface="+mn-cs"/>
        </a:defRPr>
      </a:lvl8pPr>
      <a:lvl9pPr marL="5238750" indent="-228600" algn="l" rtl="0" fontAlgn="base">
        <a:spcBef>
          <a:spcPct val="20000"/>
        </a:spcBef>
        <a:spcAft>
          <a:spcPct val="0"/>
        </a:spcAft>
        <a:buChar char="»"/>
        <a:defRPr sz="2000">
          <a:solidFill>
            <a:schemeClr val="tx1"/>
          </a:solidFill>
          <a:latin typeface="Tahoma" pitchFamily="34" charset="0"/>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17551" y="789214"/>
            <a:ext cx="7886700" cy="994172"/>
          </a:xfrm>
          <a:prstGeom prst="rect">
            <a:avLst/>
          </a:prstGeom>
        </p:spPr>
        <p:txBody>
          <a:bodyPr vert="horz" lIns="0" tIns="0" rIns="0" bIns="0" rtlCol="0" anchor="ctr">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717551" y="1926978"/>
            <a:ext cx="7886700" cy="3263504"/>
          </a:xfrm>
          <a:prstGeom prst="rect">
            <a:avLst/>
          </a:prstGeom>
        </p:spPr>
        <p:txBody>
          <a:bodyPr vert="horz" lIns="0" tIns="0" rIns="0" bIns="0" rtlCol="0">
            <a:no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23" name="Rectangle 15"/>
          <p:cNvSpPr/>
          <p:nvPr/>
        </p:nvSpPr>
        <p:spPr>
          <a:xfrm>
            <a:off x="5518944" y="-2382"/>
            <a:ext cx="3625057" cy="86744"/>
          </a:xfrm>
          <a:custGeom>
            <a:avLst/>
            <a:gdLst>
              <a:gd name="connsiteX0" fmla="*/ 0 w 3606801"/>
              <a:gd name="connsiteY0" fmla="*/ 0 h 84363"/>
              <a:gd name="connsiteX1" fmla="*/ 3606801 w 3606801"/>
              <a:gd name="connsiteY1" fmla="*/ 0 h 84363"/>
              <a:gd name="connsiteX2" fmla="*/ 3606801 w 3606801"/>
              <a:gd name="connsiteY2" fmla="*/ 84363 h 84363"/>
              <a:gd name="connsiteX3" fmla="*/ 0 w 3606801"/>
              <a:gd name="connsiteY3" fmla="*/ 84363 h 84363"/>
              <a:gd name="connsiteX4" fmla="*/ 0 w 3606801"/>
              <a:gd name="connsiteY4" fmla="*/ 0 h 84363"/>
              <a:gd name="connsiteX0" fmla="*/ 35718 w 3606801"/>
              <a:gd name="connsiteY0" fmla="*/ 0 h 86744"/>
              <a:gd name="connsiteX1" fmla="*/ 3606801 w 3606801"/>
              <a:gd name="connsiteY1" fmla="*/ 2381 h 86744"/>
              <a:gd name="connsiteX2" fmla="*/ 3606801 w 3606801"/>
              <a:gd name="connsiteY2" fmla="*/ 86744 h 86744"/>
              <a:gd name="connsiteX3" fmla="*/ 0 w 3606801"/>
              <a:gd name="connsiteY3" fmla="*/ 86744 h 86744"/>
              <a:gd name="connsiteX4" fmla="*/ 35718 w 3606801"/>
              <a:gd name="connsiteY4" fmla="*/ 0 h 86744"/>
              <a:gd name="connsiteX0" fmla="*/ 19049 w 3606801"/>
              <a:gd name="connsiteY0" fmla="*/ 0 h 86744"/>
              <a:gd name="connsiteX1" fmla="*/ 3606801 w 3606801"/>
              <a:gd name="connsiteY1" fmla="*/ 2381 h 86744"/>
              <a:gd name="connsiteX2" fmla="*/ 3606801 w 3606801"/>
              <a:gd name="connsiteY2" fmla="*/ 86744 h 86744"/>
              <a:gd name="connsiteX3" fmla="*/ 0 w 3606801"/>
              <a:gd name="connsiteY3" fmla="*/ 86744 h 86744"/>
              <a:gd name="connsiteX4" fmla="*/ 19049 w 3606801"/>
              <a:gd name="connsiteY4" fmla="*/ 0 h 86744"/>
              <a:gd name="connsiteX0" fmla="*/ 16668 w 3604420"/>
              <a:gd name="connsiteY0" fmla="*/ 0 h 86744"/>
              <a:gd name="connsiteX1" fmla="*/ 3604420 w 3604420"/>
              <a:gd name="connsiteY1" fmla="*/ 2381 h 86744"/>
              <a:gd name="connsiteX2" fmla="*/ 3604420 w 3604420"/>
              <a:gd name="connsiteY2" fmla="*/ 86744 h 86744"/>
              <a:gd name="connsiteX3" fmla="*/ 0 w 3604420"/>
              <a:gd name="connsiteY3" fmla="*/ 84362 h 86744"/>
              <a:gd name="connsiteX4" fmla="*/ 16668 w 3604420"/>
              <a:gd name="connsiteY4" fmla="*/ 0 h 86744"/>
              <a:gd name="connsiteX0" fmla="*/ 33337 w 3621089"/>
              <a:gd name="connsiteY0" fmla="*/ 0 h 86744"/>
              <a:gd name="connsiteX1" fmla="*/ 3621089 w 3621089"/>
              <a:gd name="connsiteY1" fmla="*/ 2381 h 86744"/>
              <a:gd name="connsiteX2" fmla="*/ 3621089 w 3621089"/>
              <a:gd name="connsiteY2" fmla="*/ 86744 h 86744"/>
              <a:gd name="connsiteX3" fmla="*/ 0 w 3621089"/>
              <a:gd name="connsiteY3" fmla="*/ 84362 h 86744"/>
              <a:gd name="connsiteX4" fmla="*/ 33337 w 3621089"/>
              <a:gd name="connsiteY4" fmla="*/ 0 h 86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1089" h="86744">
                <a:moveTo>
                  <a:pt x="33337" y="0"/>
                </a:moveTo>
                <a:lnTo>
                  <a:pt x="3621089" y="2381"/>
                </a:lnTo>
                <a:lnTo>
                  <a:pt x="3621089" y="86744"/>
                </a:lnTo>
                <a:lnTo>
                  <a:pt x="0" y="84362"/>
                </a:lnTo>
                <a:lnTo>
                  <a:pt x="33337" y="0"/>
                </a:lnTo>
                <a:close/>
              </a:path>
            </a:pathLst>
          </a:custGeom>
          <a:solidFill>
            <a:srgbClr val="002D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013" dirty="0">
              <a:solidFill>
                <a:srgbClr val="002D73"/>
              </a:solidFill>
            </a:endParaRPr>
          </a:p>
        </p:txBody>
      </p:sp>
      <p:sp>
        <p:nvSpPr>
          <p:cNvPr id="24" name="Rectangle 10"/>
          <p:cNvSpPr/>
          <p:nvPr/>
        </p:nvSpPr>
        <p:spPr>
          <a:xfrm>
            <a:off x="-1884" y="-2382"/>
            <a:ext cx="5527341" cy="89125"/>
          </a:xfrm>
          <a:custGeom>
            <a:avLst/>
            <a:gdLst>
              <a:gd name="connsiteX0" fmla="*/ 0 w 2285999"/>
              <a:gd name="connsiteY0" fmla="*/ 0 h 84363"/>
              <a:gd name="connsiteX1" fmla="*/ 2285999 w 2285999"/>
              <a:gd name="connsiteY1" fmla="*/ 0 h 84363"/>
              <a:gd name="connsiteX2" fmla="*/ 2285999 w 2285999"/>
              <a:gd name="connsiteY2" fmla="*/ 84363 h 84363"/>
              <a:gd name="connsiteX3" fmla="*/ 0 w 2285999"/>
              <a:gd name="connsiteY3" fmla="*/ 84363 h 84363"/>
              <a:gd name="connsiteX4" fmla="*/ 0 w 2285999"/>
              <a:gd name="connsiteY4" fmla="*/ 0 h 84363"/>
              <a:gd name="connsiteX0" fmla="*/ 0 w 2352674"/>
              <a:gd name="connsiteY0" fmla="*/ 2381 h 86744"/>
              <a:gd name="connsiteX1" fmla="*/ 2352674 w 2352674"/>
              <a:gd name="connsiteY1" fmla="*/ 0 h 86744"/>
              <a:gd name="connsiteX2" fmla="*/ 2285999 w 2352674"/>
              <a:gd name="connsiteY2" fmla="*/ 86744 h 86744"/>
              <a:gd name="connsiteX3" fmla="*/ 0 w 2352674"/>
              <a:gd name="connsiteY3" fmla="*/ 86744 h 86744"/>
              <a:gd name="connsiteX4" fmla="*/ 0 w 2352674"/>
              <a:gd name="connsiteY4" fmla="*/ 2381 h 86744"/>
              <a:gd name="connsiteX0" fmla="*/ 0 w 2299704"/>
              <a:gd name="connsiteY0" fmla="*/ 0 h 84363"/>
              <a:gd name="connsiteX1" fmla="*/ 2299704 w 2299704"/>
              <a:gd name="connsiteY1" fmla="*/ 0 h 84363"/>
              <a:gd name="connsiteX2" fmla="*/ 2285999 w 2299704"/>
              <a:gd name="connsiteY2" fmla="*/ 84363 h 84363"/>
              <a:gd name="connsiteX3" fmla="*/ 0 w 2299704"/>
              <a:gd name="connsiteY3" fmla="*/ 84363 h 84363"/>
              <a:gd name="connsiteX4" fmla="*/ 0 w 2299704"/>
              <a:gd name="connsiteY4" fmla="*/ 0 h 84363"/>
              <a:gd name="connsiteX0" fmla="*/ 0 w 2299704"/>
              <a:gd name="connsiteY0" fmla="*/ 0 h 86744"/>
              <a:gd name="connsiteX1" fmla="*/ 2299704 w 2299704"/>
              <a:gd name="connsiteY1" fmla="*/ 0 h 86744"/>
              <a:gd name="connsiteX2" fmla="*/ 2280028 w 2299704"/>
              <a:gd name="connsiteY2" fmla="*/ 86744 h 86744"/>
              <a:gd name="connsiteX3" fmla="*/ 0 w 2299704"/>
              <a:gd name="connsiteY3" fmla="*/ 84363 h 86744"/>
              <a:gd name="connsiteX4" fmla="*/ 0 w 2299704"/>
              <a:gd name="connsiteY4" fmla="*/ 0 h 86744"/>
              <a:gd name="connsiteX0" fmla="*/ 0 w 2299704"/>
              <a:gd name="connsiteY0" fmla="*/ 0 h 84363"/>
              <a:gd name="connsiteX1" fmla="*/ 2299704 w 2299704"/>
              <a:gd name="connsiteY1" fmla="*/ 0 h 84363"/>
              <a:gd name="connsiteX2" fmla="*/ 2285999 w 2299704"/>
              <a:gd name="connsiteY2" fmla="*/ 84363 h 84363"/>
              <a:gd name="connsiteX3" fmla="*/ 0 w 2299704"/>
              <a:gd name="connsiteY3" fmla="*/ 84363 h 84363"/>
              <a:gd name="connsiteX4" fmla="*/ 0 w 2299704"/>
              <a:gd name="connsiteY4" fmla="*/ 0 h 84363"/>
              <a:gd name="connsiteX0" fmla="*/ 0 w 2323715"/>
              <a:gd name="connsiteY0" fmla="*/ 4763 h 89126"/>
              <a:gd name="connsiteX1" fmla="*/ 2323715 w 2323715"/>
              <a:gd name="connsiteY1" fmla="*/ 0 h 89126"/>
              <a:gd name="connsiteX2" fmla="*/ 2285999 w 2323715"/>
              <a:gd name="connsiteY2" fmla="*/ 89126 h 89126"/>
              <a:gd name="connsiteX3" fmla="*/ 0 w 2323715"/>
              <a:gd name="connsiteY3" fmla="*/ 89126 h 89126"/>
              <a:gd name="connsiteX4" fmla="*/ 0 w 2323715"/>
              <a:gd name="connsiteY4" fmla="*/ 4763 h 89126"/>
              <a:gd name="connsiteX0" fmla="*/ 0 w 2323715"/>
              <a:gd name="connsiteY0" fmla="*/ 4763 h 89126"/>
              <a:gd name="connsiteX1" fmla="*/ 2323715 w 2323715"/>
              <a:gd name="connsiteY1" fmla="*/ 0 h 89126"/>
              <a:gd name="connsiteX2" fmla="*/ 2309009 w 2323715"/>
              <a:gd name="connsiteY2" fmla="*/ 81982 h 89126"/>
              <a:gd name="connsiteX3" fmla="*/ 0 w 2323715"/>
              <a:gd name="connsiteY3" fmla="*/ 89126 h 89126"/>
              <a:gd name="connsiteX4" fmla="*/ 0 w 2323715"/>
              <a:gd name="connsiteY4" fmla="*/ 4763 h 89126"/>
              <a:gd name="connsiteX0" fmla="*/ 0 w 2323715"/>
              <a:gd name="connsiteY0" fmla="*/ 4763 h 89126"/>
              <a:gd name="connsiteX1" fmla="*/ 2323715 w 2323715"/>
              <a:gd name="connsiteY1" fmla="*/ 0 h 89126"/>
              <a:gd name="connsiteX2" fmla="*/ 2308009 w 2323715"/>
              <a:gd name="connsiteY2" fmla="*/ 89126 h 89126"/>
              <a:gd name="connsiteX3" fmla="*/ 0 w 2323715"/>
              <a:gd name="connsiteY3" fmla="*/ 89126 h 89126"/>
              <a:gd name="connsiteX4" fmla="*/ 0 w 2323715"/>
              <a:gd name="connsiteY4" fmla="*/ 4763 h 89126"/>
              <a:gd name="connsiteX0" fmla="*/ 0 w 2318713"/>
              <a:gd name="connsiteY0" fmla="*/ 0 h 84363"/>
              <a:gd name="connsiteX1" fmla="*/ 2318713 w 2318713"/>
              <a:gd name="connsiteY1" fmla="*/ 0 h 84363"/>
              <a:gd name="connsiteX2" fmla="*/ 2308009 w 2318713"/>
              <a:gd name="connsiteY2" fmla="*/ 84363 h 84363"/>
              <a:gd name="connsiteX3" fmla="*/ 0 w 2318713"/>
              <a:gd name="connsiteY3" fmla="*/ 84363 h 84363"/>
              <a:gd name="connsiteX4" fmla="*/ 0 w 2318713"/>
              <a:gd name="connsiteY4" fmla="*/ 0 h 84363"/>
              <a:gd name="connsiteX0" fmla="*/ 0 w 2318713"/>
              <a:gd name="connsiteY0" fmla="*/ 0 h 84363"/>
              <a:gd name="connsiteX1" fmla="*/ 2318713 w 2318713"/>
              <a:gd name="connsiteY1" fmla="*/ 0 h 84363"/>
              <a:gd name="connsiteX2" fmla="*/ 2304007 w 2318713"/>
              <a:gd name="connsiteY2" fmla="*/ 81982 h 84363"/>
              <a:gd name="connsiteX3" fmla="*/ 0 w 2318713"/>
              <a:gd name="connsiteY3" fmla="*/ 84363 h 84363"/>
              <a:gd name="connsiteX4" fmla="*/ 0 w 2318713"/>
              <a:gd name="connsiteY4" fmla="*/ 0 h 84363"/>
              <a:gd name="connsiteX0" fmla="*/ 0 w 2318713"/>
              <a:gd name="connsiteY0" fmla="*/ 0 h 84363"/>
              <a:gd name="connsiteX1" fmla="*/ 2318713 w 2318713"/>
              <a:gd name="connsiteY1" fmla="*/ 0 h 84363"/>
              <a:gd name="connsiteX2" fmla="*/ 2312983 w 2318713"/>
              <a:gd name="connsiteY2" fmla="*/ 81982 h 84363"/>
              <a:gd name="connsiteX3" fmla="*/ 0 w 2318713"/>
              <a:gd name="connsiteY3" fmla="*/ 84363 h 84363"/>
              <a:gd name="connsiteX4" fmla="*/ 0 w 2318713"/>
              <a:gd name="connsiteY4" fmla="*/ 0 h 84363"/>
              <a:gd name="connsiteX0" fmla="*/ 0 w 2325694"/>
              <a:gd name="connsiteY0" fmla="*/ 0 h 84363"/>
              <a:gd name="connsiteX1" fmla="*/ 2325694 w 2325694"/>
              <a:gd name="connsiteY1" fmla="*/ 2382 h 84363"/>
              <a:gd name="connsiteX2" fmla="*/ 2312983 w 2325694"/>
              <a:gd name="connsiteY2" fmla="*/ 81982 h 84363"/>
              <a:gd name="connsiteX3" fmla="*/ 0 w 2325694"/>
              <a:gd name="connsiteY3" fmla="*/ 84363 h 84363"/>
              <a:gd name="connsiteX4" fmla="*/ 0 w 2325694"/>
              <a:gd name="connsiteY4" fmla="*/ 0 h 84363"/>
              <a:gd name="connsiteX0" fmla="*/ 0 w 2326692"/>
              <a:gd name="connsiteY0" fmla="*/ 0 h 84363"/>
              <a:gd name="connsiteX1" fmla="*/ 2326692 w 2326692"/>
              <a:gd name="connsiteY1" fmla="*/ 0 h 84363"/>
              <a:gd name="connsiteX2" fmla="*/ 2312983 w 2326692"/>
              <a:gd name="connsiteY2" fmla="*/ 81982 h 84363"/>
              <a:gd name="connsiteX3" fmla="*/ 0 w 2326692"/>
              <a:gd name="connsiteY3" fmla="*/ 84363 h 84363"/>
              <a:gd name="connsiteX4" fmla="*/ 0 w 2326692"/>
              <a:gd name="connsiteY4" fmla="*/ 0 h 84363"/>
              <a:gd name="connsiteX0" fmla="*/ 0 w 2326692"/>
              <a:gd name="connsiteY0" fmla="*/ 0 h 84363"/>
              <a:gd name="connsiteX1" fmla="*/ 2326692 w 2326692"/>
              <a:gd name="connsiteY1" fmla="*/ 0 h 84363"/>
              <a:gd name="connsiteX2" fmla="*/ 2312983 w 2326692"/>
              <a:gd name="connsiteY2" fmla="*/ 81982 h 84363"/>
              <a:gd name="connsiteX3" fmla="*/ 9973 w 2326692"/>
              <a:gd name="connsiteY3" fmla="*/ 84363 h 84363"/>
              <a:gd name="connsiteX4" fmla="*/ 0 w 2326692"/>
              <a:gd name="connsiteY4" fmla="*/ 0 h 84363"/>
              <a:gd name="connsiteX0" fmla="*/ 1995 w 2316719"/>
              <a:gd name="connsiteY0" fmla="*/ 0 h 86744"/>
              <a:gd name="connsiteX1" fmla="*/ 2316719 w 2316719"/>
              <a:gd name="connsiteY1" fmla="*/ 2381 h 86744"/>
              <a:gd name="connsiteX2" fmla="*/ 2303010 w 2316719"/>
              <a:gd name="connsiteY2" fmla="*/ 84363 h 86744"/>
              <a:gd name="connsiteX3" fmla="*/ 0 w 2316719"/>
              <a:gd name="connsiteY3" fmla="*/ 86744 h 86744"/>
              <a:gd name="connsiteX4" fmla="*/ 1995 w 2316719"/>
              <a:gd name="connsiteY4" fmla="*/ 0 h 86744"/>
              <a:gd name="connsiteX0" fmla="*/ 0 w 2314724"/>
              <a:gd name="connsiteY0" fmla="*/ 0 h 86744"/>
              <a:gd name="connsiteX1" fmla="*/ 2314724 w 2314724"/>
              <a:gd name="connsiteY1" fmla="*/ 2381 h 86744"/>
              <a:gd name="connsiteX2" fmla="*/ 2301015 w 2314724"/>
              <a:gd name="connsiteY2" fmla="*/ 84363 h 86744"/>
              <a:gd name="connsiteX3" fmla="*/ 1994 w 2314724"/>
              <a:gd name="connsiteY3" fmla="*/ 86744 h 86744"/>
              <a:gd name="connsiteX4" fmla="*/ 0 w 2314724"/>
              <a:gd name="connsiteY4" fmla="*/ 0 h 86744"/>
              <a:gd name="connsiteX0" fmla="*/ 3062 w 2317786"/>
              <a:gd name="connsiteY0" fmla="*/ 0 h 89125"/>
              <a:gd name="connsiteX1" fmla="*/ 2317786 w 2317786"/>
              <a:gd name="connsiteY1" fmla="*/ 2381 h 89125"/>
              <a:gd name="connsiteX2" fmla="*/ 2304077 w 2317786"/>
              <a:gd name="connsiteY2" fmla="*/ 84363 h 89125"/>
              <a:gd name="connsiteX3" fmla="*/ 69 w 2317786"/>
              <a:gd name="connsiteY3" fmla="*/ 89125 h 89125"/>
              <a:gd name="connsiteX4" fmla="*/ 3062 w 2317786"/>
              <a:gd name="connsiteY4" fmla="*/ 0 h 89125"/>
              <a:gd name="connsiteX0" fmla="*/ 0 w 2314724"/>
              <a:gd name="connsiteY0" fmla="*/ 0 h 86744"/>
              <a:gd name="connsiteX1" fmla="*/ 2314724 w 2314724"/>
              <a:gd name="connsiteY1" fmla="*/ 2381 h 86744"/>
              <a:gd name="connsiteX2" fmla="*/ 2301015 w 2314724"/>
              <a:gd name="connsiteY2" fmla="*/ 84363 h 86744"/>
              <a:gd name="connsiteX3" fmla="*/ 996 w 2314724"/>
              <a:gd name="connsiteY3" fmla="*/ 86744 h 86744"/>
              <a:gd name="connsiteX4" fmla="*/ 0 w 2314724"/>
              <a:gd name="connsiteY4" fmla="*/ 0 h 86744"/>
              <a:gd name="connsiteX0" fmla="*/ 192 w 2314916"/>
              <a:gd name="connsiteY0" fmla="*/ 0 h 89125"/>
              <a:gd name="connsiteX1" fmla="*/ 2314916 w 2314916"/>
              <a:gd name="connsiteY1" fmla="*/ 2381 h 89125"/>
              <a:gd name="connsiteX2" fmla="*/ 2301207 w 2314916"/>
              <a:gd name="connsiteY2" fmla="*/ 84363 h 89125"/>
              <a:gd name="connsiteX3" fmla="*/ 191 w 2314916"/>
              <a:gd name="connsiteY3" fmla="*/ 89125 h 89125"/>
              <a:gd name="connsiteX4" fmla="*/ 192 w 2314916"/>
              <a:gd name="connsiteY4" fmla="*/ 0 h 89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916" h="89125">
                <a:moveTo>
                  <a:pt x="192" y="0"/>
                </a:moveTo>
                <a:lnTo>
                  <a:pt x="2314916" y="2381"/>
                </a:lnTo>
                <a:lnTo>
                  <a:pt x="2301207" y="84363"/>
                </a:lnTo>
                <a:lnTo>
                  <a:pt x="191" y="89125"/>
                </a:lnTo>
                <a:cubicBezTo>
                  <a:pt x="-474" y="60210"/>
                  <a:pt x="857" y="28915"/>
                  <a:pt x="192" y="0"/>
                </a:cubicBezTo>
                <a:close/>
              </a:path>
            </a:pathLst>
          </a:custGeom>
          <a:solidFill>
            <a:srgbClr val="C300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ru-RU" sz="1350" dirty="0">
                <a:solidFill>
                  <a:srgbClr val="B02239"/>
                </a:solidFill>
              </a:rPr>
              <a:t>       </a:t>
            </a:r>
            <a:endParaRPr lang="en-US" sz="1350" dirty="0">
              <a:solidFill>
                <a:srgbClr val="B02239"/>
              </a:solidFill>
            </a:endParaRPr>
          </a:p>
        </p:txBody>
      </p:sp>
      <p:sp>
        <p:nvSpPr>
          <p:cNvPr id="25" name="Slide Number Placeholder 5"/>
          <p:cNvSpPr>
            <a:spLocks noGrp="1"/>
          </p:cNvSpPr>
          <p:nvPr>
            <p:ph type="sldNum" sz="quarter" idx="4"/>
          </p:nvPr>
        </p:nvSpPr>
        <p:spPr>
          <a:xfrm>
            <a:off x="8378167" y="4603750"/>
            <a:ext cx="302283" cy="273845"/>
          </a:xfrm>
          <a:prstGeom prst="rect">
            <a:avLst/>
          </a:prstGeom>
        </p:spPr>
        <p:txBody>
          <a:bodyPr vert="horz" lIns="0" tIns="0" rIns="0" bIns="0" rtlCol="0" anchor="b" anchorCtr="0"/>
          <a:lstStyle>
            <a:lvl1pPr algn="ctr">
              <a:defRPr lang="en-US" sz="700" b="1" i="0" kern="1200" baseline="0" smtClean="0">
                <a:solidFill>
                  <a:schemeClr val="bg2"/>
                </a:solidFill>
                <a:latin typeface="Arial MT Pro Cyr" pitchFamily="34" charset="-52"/>
                <a:ea typeface="+mn-ea"/>
                <a:cs typeface="+mn-cs"/>
              </a:defRPr>
            </a:lvl1pPr>
          </a:lstStyle>
          <a:p>
            <a:pPr defTabSz="685800" fontAlgn="auto">
              <a:spcBef>
                <a:spcPts val="0"/>
              </a:spcBef>
              <a:spcAft>
                <a:spcPts val="0"/>
              </a:spcAft>
            </a:pPr>
            <a:fld id="{449EE1FA-814C-4BDC-9591-31839B5CF716}" type="slidenum">
              <a:rPr lang="ru-RU">
                <a:solidFill>
                  <a:srgbClr val="45120F"/>
                </a:solidFill>
              </a:rPr>
              <a:pPr defTabSz="685800" fontAlgn="auto">
                <a:spcBef>
                  <a:spcPts val="0"/>
                </a:spcBef>
                <a:spcAft>
                  <a:spcPts val="0"/>
                </a:spcAft>
              </a:pPr>
              <a:t>‹#›</a:t>
            </a:fld>
            <a:endParaRPr lang="ru-RU" dirty="0">
              <a:solidFill>
                <a:srgbClr val="45120F"/>
              </a:solidFill>
            </a:endParaRPr>
          </a:p>
        </p:txBody>
      </p:sp>
      <p:sp>
        <p:nvSpPr>
          <p:cNvPr id="26" name="Footer Placeholder 4"/>
          <p:cNvSpPr>
            <a:spLocks noGrp="1"/>
          </p:cNvSpPr>
          <p:nvPr>
            <p:ph type="ftr" sz="quarter" idx="3"/>
          </p:nvPr>
        </p:nvSpPr>
        <p:spPr>
          <a:xfrm>
            <a:off x="5479040" y="4595960"/>
            <a:ext cx="2852057" cy="273844"/>
          </a:xfrm>
          <a:prstGeom prst="rect">
            <a:avLst/>
          </a:prstGeom>
        </p:spPr>
        <p:txBody>
          <a:bodyPr lIns="0" tIns="0" rIns="0" bIns="0" anchor="b" anchorCtr="0"/>
          <a:lstStyle>
            <a:lvl1pPr algn="r">
              <a:defRPr sz="700" b="1" i="0" baseline="0">
                <a:solidFill>
                  <a:srgbClr val="663230"/>
                </a:solidFill>
                <a:latin typeface="Arial MT Pro Cyr" pitchFamily="34" charset="-52"/>
              </a:defRPr>
            </a:lvl1pPr>
          </a:lstStyle>
          <a:p>
            <a:pPr defTabSz="685800" fontAlgn="auto">
              <a:spcBef>
                <a:spcPts val="0"/>
              </a:spcBef>
              <a:spcAft>
                <a:spcPts val="0"/>
              </a:spcAft>
            </a:pPr>
            <a:r>
              <a:rPr lang="en-US" dirty="0" smtClean="0">
                <a:cs typeface="+mn-cs"/>
              </a:rPr>
              <a:t>PRESENTATION TITLE GOES HERE 2018</a:t>
            </a:r>
            <a:endParaRPr lang="en-US" dirty="0">
              <a:cs typeface="+mn-cs"/>
            </a:endParaRPr>
          </a:p>
        </p:txBody>
      </p:sp>
      <p:pic>
        <p:nvPicPr>
          <p:cNvPr id="27" name="Picture 2"/>
          <p:cNvPicPr>
            <a:picLocks noChangeAspect="1" noChangeArrowheads="1"/>
          </p:cNvPicPr>
          <p:nvPr/>
        </p:nvPicPr>
        <p:blipFill>
          <a:blip r:embed="rId18" cstate="print">
            <a:extLst>
              <a:ext uri="{28A0092B-C50C-407E-A947-70E740481C1C}">
                <a14:useLocalDpi xmlns:a14="http://schemas.microsoft.com/office/drawing/2010/main" val="0"/>
              </a:ext>
            </a:extLst>
          </a:blip>
          <a:stretch>
            <a:fillRect/>
          </a:stretch>
        </p:blipFill>
        <p:spPr bwMode="auto">
          <a:xfrm>
            <a:off x="329708" y="4667426"/>
            <a:ext cx="1204469" cy="183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5004886"/>
      </p:ext>
    </p:extLst>
  </p:cSld>
  <p:clrMap bg1="lt1" tx1="dk1" bg2="lt2" tx2="dk2" accent1="accent1" accent2="accent2" accent3="accent3" accent4="accent4" accent5="accent5" accent6="accent6" hlink="hlink" folHlink="folHlink"/>
  <p:sldLayoutIdLst>
    <p:sldLayoutId id="2147487383" r:id="rId1"/>
    <p:sldLayoutId id="2147487384" r:id="rId2"/>
    <p:sldLayoutId id="2147487385" r:id="rId3"/>
    <p:sldLayoutId id="2147487386" r:id="rId4"/>
    <p:sldLayoutId id="2147487387" r:id="rId5"/>
    <p:sldLayoutId id="2147487388" r:id="rId6"/>
    <p:sldLayoutId id="2147487389" r:id="rId7"/>
    <p:sldLayoutId id="2147487390" r:id="rId8"/>
    <p:sldLayoutId id="2147487391" r:id="rId9"/>
    <p:sldLayoutId id="2147487392" r:id="rId10"/>
    <p:sldLayoutId id="2147487393" r:id="rId11"/>
    <p:sldLayoutId id="2147487394" r:id="rId12"/>
    <p:sldLayoutId id="2147487395" r:id="rId13"/>
    <p:sldLayoutId id="2147487396" r:id="rId14"/>
    <p:sldLayoutId id="2147487397" r:id="rId15"/>
    <p:sldLayoutId id="2147487378" r:id="rId16"/>
  </p:sldLayoutIdLst>
  <p:timing>
    <p:tnLst>
      <p:par>
        <p:cTn id="1" dur="indefinite" restart="never" nodeType="tmRoot"/>
      </p:par>
    </p:tnLst>
  </p:timing>
  <p:hf hdr="0" dt="0"/>
  <p:txStyles>
    <p:titleStyle>
      <a:lvl1pPr algn="l" defTabSz="685800" rtl="0" eaLnBrk="1" latinLnBrk="0" hangingPunct="1">
        <a:lnSpc>
          <a:spcPct val="90000"/>
        </a:lnSpc>
        <a:spcBef>
          <a:spcPct val="0"/>
        </a:spcBef>
        <a:buNone/>
        <a:defRPr lang="en-US" sz="3200" b="1" kern="1200" baseline="0" dirty="0">
          <a:solidFill>
            <a:srgbClr val="C3002F"/>
          </a:solidFill>
          <a:latin typeface="AB InBev Headlines" pitchFamily="50" charset="0"/>
          <a:ea typeface="+mj-ea"/>
          <a:cs typeface="+mj-cs"/>
        </a:defRPr>
      </a:lvl1pPr>
    </p:titleStyle>
    <p:bodyStyle>
      <a:lvl1pPr marL="0" indent="0" algn="l" defTabSz="685800" rtl="0" eaLnBrk="1" latinLnBrk="0" hangingPunct="1">
        <a:lnSpc>
          <a:spcPct val="100000"/>
        </a:lnSpc>
        <a:spcBef>
          <a:spcPts val="450"/>
        </a:spcBef>
        <a:buFont typeface="Arial" panose="020B0604020202020204" pitchFamily="34" charset="0"/>
        <a:buNone/>
        <a:defRPr lang="en-US" sz="1600" b="1" kern="1200" baseline="0" dirty="0" smtClean="0">
          <a:solidFill>
            <a:srgbClr val="002D73"/>
          </a:solidFill>
          <a:latin typeface="AB InBev Headlines" pitchFamily="50" charset="0"/>
          <a:ea typeface="+mn-ea"/>
          <a:cs typeface="+mn-cs"/>
        </a:defRPr>
      </a:lvl1pPr>
      <a:lvl2pPr marL="0" indent="0" algn="l" defTabSz="685800" rtl="0" eaLnBrk="1" latinLnBrk="0" hangingPunct="1">
        <a:lnSpc>
          <a:spcPct val="100000"/>
        </a:lnSpc>
        <a:spcBef>
          <a:spcPts val="300"/>
        </a:spcBef>
        <a:buFont typeface="Arial" panose="020B0604020202020204" pitchFamily="34" charset="0"/>
        <a:buNone/>
        <a:defRPr lang="en-US" sz="1200" kern="1200" baseline="0" dirty="0" smtClean="0">
          <a:solidFill>
            <a:srgbClr val="76464B"/>
          </a:solidFill>
          <a:latin typeface="Arial MT Pro Cyr" pitchFamily="34" charset="-52"/>
          <a:ea typeface="+mn-ea"/>
          <a:cs typeface="+mn-cs"/>
        </a:defRPr>
      </a:lvl2pPr>
      <a:lvl3pPr marL="266700" indent="-117872" algn="l" defTabSz="685800" rtl="0" eaLnBrk="1" latinLnBrk="0" hangingPunct="1">
        <a:lnSpc>
          <a:spcPct val="100000"/>
        </a:lnSpc>
        <a:spcBef>
          <a:spcPts val="450"/>
        </a:spcBef>
        <a:buFont typeface="Arial" panose="020B0604020202020204" pitchFamily="34" charset="0"/>
        <a:buChar char="•"/>
        <a:defRPr lang="en-US" sz="1200" kern="1200" baseline="0" dirty="0" smtClean="0">
          <a:solidFill>
            <a:srgbClr val="76464B"/>
          </a:solidFill>
          <a:latin typeface="Arial MT Pro Cyr" pitchFamily="34" charset="-52"/>
          <a:ea typeface="+mn-ea"/>
          <a:cs typeface="+mn-cs"/>
        </a:defRPr>
      </a:lvl3pPr>
      <a:lvl4pPr marL="428625" indent="-171450" algn="l" defTabSz="685800" rtl="0" eaLnBrk="1" latinLnBrk="0" hangingPunct="1">
        <a:lnSpc>
          <a:spcPct val="100000"/>
        </a:lnSpc>
        <a:spcBef>
          <a:spcPts val="450"/>
        </a:spcBef>
        <a:buFont typeface="Arial" panose="020B0604020202020204" pitchFamily="34" charset="0"/>
        <a:buChar char="–"/>
        <a:defRPr lang="en-US" sz="1200" kern="1200" baseline="0" dirty="0" smtClean="0">
          <a:solidFill>
            <a:srgbClr val="76464B"/>
          </a:solidFill>
          <a:latin typeface="Arial MT Pro Cyr" pitchFamily="34" charset="-52"/>
          <a:ea typeface="+mn-ea"/>
          <a:cs typeface="+mn-cs"/>
        </a:defRPr>
      </a:lvl4pPr>
      <a:lvl5pPr marL="646510" indent="-171450" algn="l" defTabSz="685800" rtl="0" eaLnBrk="1" latinLnBrk="0" hangingPunct="1">
        <a:lnSpc>
          <a:spcPct val="100000"/>
        </a:lnSpc>
        <a:spcBef>
          <a:spcPts val="450"/>
        </a:spcBef>
        <a:buFont typeface="Arial" panose="020B0604020202020204" pitchFamily="34" charset="0"/>
        <a:buChar char="•"/>
        <a:defRPr lang="en-US" sz="1200" kern="1200" baseline="0" dirty="0">
          <a:solidFill>
            <a:srgbClr val="76464B"/>
          </a:solidFill>
          <a:latin typeface="Arial MT Pro Cyr" pitchFamily="34" charset="-52"/>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4184">
          <p15:clr>
            <a:srgbClr val="F26B43"/>
          </p15:clr>
        </p15:guide>
        <p15:guide id="2" orient="horz" pos="2160">
          <p15:clr>
            <a:srgbClr val="F26B43"/>
          </p15:clr>
        </p15:guide>
        <p15:guide id="0" pos="4032" userDrawn="1">
          <p15:clr>
            <a:srgbClr val="F26B43"/>
          </p15:clr>
        </p15:guide>
        <p15:guide id="3" pos="2160" userDrawn="1">
          <p15:clr>
            <a:srgbClr val="F26B43"/>
          </p15:clr>
        </p15:guide>
        <p15:guide id="4" orient="horz" pos="3138" userDrawn="1">
          <p15:clr>
            <a:srgbClr val="F26B43"/>
          </p15:clr>
        </p15:guide>
        <p15:guide id="5" orient="horz" pos="1620" userDrawn="1">
          <p15:clr>
            <a:srgbClr val="F26B43"/>
          </p15:clr>
        </p15:guide>
        <p15:guide id="6" pos="5376" userDrawn="1">
          <p15:clr>
            <a:srgbClr val="F26B43"/>
          </p15:clr>
        </p15:guide>
        <p15:guide id="7" pos="384" userDrawn="1">
          <p15:clr>
            <a:srgbClr val="F26B43"/>
          </p15:clr>
        </p15:guide>
        <p15:guide id="8"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notesSlide" Target="../notesSlides/notesSlide1.xml"/><Relationship Id="rId4"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4.xml"/><Relationship Id="rId5" Type="http://schemas.openxmlformats.org/officeDocument/2006/relationships/image" Target="../media/image17.emf"/><Relationship Id="rId4" Type="http://schemas.openxmlformats.org/officeDocument/2006/relationships/image" Target="../media/image16.emf"/></Relationships>
</file>

<file path=ppt/slides/_rels/slide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emf"/><Relationship Id="rId1" Type="http://schemas.openxmlformats.org/officeDocument/2006/relationships/slideLayout" Target="../slideLayouts/slideLayout24.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5.png"/><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19.jpeg"/><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6.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0.png"/><Relationship Id="rId1" Type="http://schemas.openxmlformats.org/officeDocument/2006/relationships/slideLayout" Target="../slideLayouts/slideLayout26.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2.png"/><Relationship Id="rId1" Type="http://schemas.openxmlformats.org/officeDocument/2006/relationships/slideLayout" Target="../slideLayouts/slideLayout26.xml"/><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34.jpeg"/><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Subtitle 4"/>
          <p:cNvSpPr>
            <a:spLocks noGrp="1"/>
          </p:cNvSpPr>
          <p:nvPr>
            <p:ph type="subTitle" idx="1"/>
            <p:custDataLst>
              <p:tags r:id="rId1"/>
            </p:custDataLst>
          </p:nvPr>
        </p:nvSpPr>
        <p:spPr/>
        <p:txBody>
          <a:bodyPr/>
          <a:lstStyle/>
          <a:p>
            <a:pPr eaLnBrk="1" hangingPunct="1"/>
            <a:endParaRPr lang="en-US" altLang="ru-RU" sz="2800" b="1" dirty="0" smtClean="0"/>
          </a:p>
          <a:p>
            <a:pPr eaLnBrk="1" hangingPunct="1"/>
            <a:endParaRPr lang="en-US" altLang="ru-RU" sz="2800" b="1" dirty="0" smtClean="0"/>
          </a:p>
          <a:p>
            <a:pPr eaLnBrk="1" hangingPunct="1"/>
            <a:endParaRPr lang="en-US" altLang="ru-RU" sz="2800" b="1" dirty="0" smtClean="0"/>
          </a:p>
        </p:txBody>
      </p:sp>
      <p:sp>
        <p:nvSpPr>
          <p:cNvPr id="6" name="Subtitle 4"/>
          <p:cNvSpPr txBox="1">
            <a:spLocks/>
          </p:cNvSpPr>
          <p:nvPr>
            <p:custDataLst>
              <p:tags r:id="rId2"/>
            </p:custDataLst>
          </p:nvPr>
        </p:nvSpPr>
        <p:spPr>
          <a:xfrm>
            <a:off x="663374" y="2795555"/>
            <a:ext cx="7773988" cy="1314450"/>
          </a:xfrm>
          <a:prstGeom prst="rect">
            <a:avLst/>
          </a:prstGeom>
        </p:spPr>
        <p:txBody>
          <a:bodyPr vert="horz" lIns="0" tIns="0" rIns="0" bIns="0" rtlCol="0" anchor="ctr" anchorCtr="0">
            <a:noAutofit/>
          </a:bodyPr>
          <a:lstStyle>
            <a:lvl1pPr marL="0" indent="0" algn="l" defTabSz="685800" rtl="0" eaLnBrk="1" latinLnBrk="0" hangingPunct="1">
              <a:lnSpc>
                <a:spcPct val="100000"/>
              </a:lnSpc>
              <a:spcBef>
                <a:spcPts val="450"/>
              </a:spcBef>
              <a:buFont typeface="Arial" panose="020B0604020202020204" pitchFamily="34" charset="0"/>
              <a:buNone/>
              <a:defRPr lang="en-US" sz="1350" b="0" kern="1200" baseline="0" dirty="0">
                <a:solidFill>
                  <a:schemeClr val="bg1"/>
                </a:solidFill>
                <a:latin typeface="Arial MT Pro Cyr" pitchFamily="34" charset="-52"/>
                <a:ea typeface="+mj-ea"/>
                <a:cs typeface="+mj-cs"/>
              </a:defRPr>
            </a:lvl1pPr>
            <a:lvl2pPr marL="0" indent="0" algn="l" defTabSz="685800" rtl="0" eaLnBrk="1" latinLnBrk="0" hangingPunct="1">
              <a:lnSpc>
                <a:spcPct val="100000"/>
              </a:lnSpc>
              <a:spcBef>
                <a:spcPts val="300"/>
              </a:spcBef>
              <a:buFont typeface="Arial" panose="020B0604020202020204" pitchFamily="34" charset="0"/>
              <a:buNone/>
              <a:defRPr lang="en-US" sz="1200" kern="1200" baseline="0" dirty="0" smtClean="0">
                <a:solidFill>
                  <a:srgbClr val="76464B"/>
                </a:solidFill>
                <a:latin typeface="Arial MT Pro Cyr" pitchFamily="34" charset="-52"/>
                <a:ea typeface="+mn-ea"/>
                <a:cs typeface="+mn-cs"/>
              </a:defRPr>
            </a:lvl2pPr>
            <a:lvl3pPr marL="266700" indent="-117872" algn="l" defTabSz="685800" rtl="0" eaLnBrk="1" latinLnBrk="0" hangingPunct="1">
              <a:lnSpc>
                <a:spcPct val="100000"/>
              </a:lnSpc>
              <a:spcBef>
                <a:spcPts val="450"/>
              </a:spcBef>
              <a:buFont typeface="Arial" panose="020B0604020202020204" pitchFamily="34" charset="0"/>
              <a:buChar char="•"/>
              <a:defRPr lang="en-US" sz="1200" kern="1200" baseline="0" dirty="0" smtClean="0">
                <a:solidFill>
                  <a:srgbClr val="76464B"/>
                </a:solidFill>
                <a:latin typeface="Arial MT Pro Cyr" pitchFamily="34" charset="-52"/>
                <a:ea typeface="+mn-ea"/>
                <a:cs typeface="+mn-cs"/>
              </a:defRPr>
            </a:lvl3pPr>
            <a:lvl4pPr marL="428625" indent="-171450" algn="l" defTabSz="685800" rtl="0" eaLnBrk="1" latinLnBrk="0" hangingPunct="1">
              <a:lnSpc>
                <a:spcPct val="100000"/>
              </a:lnSpc>
              <a:spcBef>
                <a:spcPts val="450"/>
              </a:spcBef>
              <a:buFont typeface="Arial" panose="020B0604020202020204" pitchFamily="34" charset="0"/>
              <a:buChar char="–"/>
              <a:defRPr lang="en-US" sz="1200" kern="1200" baseline="0" dirty="0" smtClean="0">
                <a:solidFill>
                  <a:srgbClr val="76464B"/>
                </a:solidFill>
                <a:latin typeface="Arial MT Pro Cyr" pitchFamily="34" charset="-52"/>
                <a:ea typeface="+mn-ea"/>
                <a:cs typeface="+mn-cs"/>
              </a:defRPr>
            </a:lvl4pPr>
            <a:lvl5pPr marL="646510" indent="-171450" algn="l" defTabSz="685800" rtl="0" eaLnBrk="1" latinLnBrk="0" hangingPunct="1">
              <a:lnSpc>
                <a:spcPct val="100000"/>
              </a:lnSpc>
              <a:spcBef>
                <a:spcPts val="450"/>
              </a:spcBef>
              <a:buFont typeface="Arial" panose="020B0604020202020204" pitchFamily="34" charset="0"/>
              <a:buChar char="•"/>
              <a:defRPr lang="en-US" sz="1200" kern="1200" baseline="0" dirty="0">
                <a:solidFill>
                  <a:srgbClr val="76464B"/>
                </a:solidFill>
                <a:latin typeface="Arial MT Pro Cyr" pitchFamily="34" charset="-52"/>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pPr>
            <a:r>
              <a:rPr lang="ru-RU" altLang="en-US" sz="5400" b="1" dirty="0" smtClean="0">
                <a:solidFill>
                  <a:prstClr val="white"/>
                </a:solidFill>
                <a:effectLst>
                  <a:outerShdw blurRad="38100" dist="38100" dir="2700000" algn="tl">
                    <a:srgbClr val="000000">
                      <a:alpha val="43137"/>
                    </a:srgbClr>
                  </a:outerShdw>
                </a:effectLst>
                <a:latin typeface="AB InBev Headlines" pitchFamily="50" charset="0"/>
              </a:rPr>
              <a:t>Карты Процессов</a:t>
            </a:r>
          </a:p>
          <a:p>
            <a:pPr fontAlgn="auto">
              <a:spcAft>
                <a:spcPts val="0"/>
              </a:spcAft>
            </a:pPr>
            <a:endParaRPr lang="ru-RU" altLang="en-US" sz="5400" b="1" dirty="0">
              <a:solidFill>
                <a:prstClr val="white"/>
              </a:solidFill>
              <a:effectLst>
                <a:outerShdw blurRad="38100" dist="38100" dir="2700000" algn="tl">
                  <a:srgbClr val="000000">
                    <a:alpha val="43137"/>
                  </a:srgbClr>
                </a:outerShdw>
              </a:effectLst>
              <a:latin typeface="AB InBev Headlines" pitchFamily="50" charset="0"/>
            </a:endParaRPr>
          </a:p>
        </p:txBody>
      </p:sp>
      <p:sp>
        <p:nvSpPr>
          <p:cNvPr id="7" name="Title 1"/>
          <p:cNvSpPr txBox="1">
            <a:spLocks/>
          </p:cNvSpPr>
          <p:nvPr>
            <p:custDataLst>
              <p:tags r:id="rId3"/>
            </p:custDataLst>
          </p:nvPr>
        </p:nvSpPr>
        <p:spPr bwMode="auto">
          <a:xfrm>
            <a:off x="632508" y="2038350"/>
            <a:ext cx="8248650" cy="411956"/>
          </a:xfrm>
          <a:prstGeom prst="rect">
            <a:avLst/>
          </a:prstGeom>
          <a:noFill/>
          <a:ln w="9525">
            <a:noFill/>
            <a:miter lim="800000"/>
            <a:headEnd/>
            <a:tailEnd/>
          </a:ln>
        </p:spPr>
        <p:txBody>
          <a:bodyPr anchor="b"/>
          <a:lstStyle>
            <a:lvl1pPr algn="l" rtl="0" eaLnBrk="0" fontAlgn="base" hangingPunct="0">
              <a:spcBef>
                <a:spcPct val="0"/>
              </a:spcBef>
              <a:spcAft>
                <a:spcPct val="0"/>
              </a:spcAft>
              <a:defRPr sz="3200" b="1" kern="1200">
                <a:solidFill>
                  <a:schemeClr val="bg1"/>
                </a:solidFill>
                <a:effectLst>
                  <a:outerShdw blurRad="38100" dist="38100" dir="2700000" algn="tl">
                    <a:srgbClr val="000000">
                      <a:alpha val="43137"/>
                    </a:srgbClr>
                  </a:outerShdw>
                </a:effectLst>
                <a:latin typeface="+mj-lt"/>
                <a:ea typeface="+mj-ea"/>
                <a:cs typeface="+mj-cs"/>
              </a:defRPr>
            </a:lvl1pPr>
            <a:lvl2pPr algn="l" rtl="0" eaLnBrk="0" fontAlgn="base" hangingPunct="0">
              <a:spcBef>
                <a:spcPct val="0"/>
              </a:spcBef>
              <a:spcAft>
                <a:spcPct val="0"/>
              </a:spcAft>
              <a:defRPr sz="2600" b="1">
                <a:solidFill>
                  <a:srgbClr val="FF0000"/>
                </a:solidFill>
                <a:latin typeface="Verdana" pitchFamily="34" charset="0"/>
              </a:defRPr>
            </a:lvl2pPr>
            <a:lvl3pPr algn="l" rtl="0" eaLnBrk="0" fontAlgn="base" hangingPunct="0">
              <a:spcBef>
                <a:spcPct val="0"/>
              </a:spcBef>
              <a:spcAft>
                <a:spcPct val="0"/>
              </a:spcAft>
              <a:defRPr sz="2600" b="1">
                <a:solidFill>
                  <a:srgbClr val="FF0000"/>
                </a:solidFill>
                <a:latin typeface="Verdana" pitchFamily="34" charset="0"/>
              </a:defRPr>
            </a:lvl3pPr>
            <a:lvl4pPr algn="l" rtl="0" eaLnBrk="0" fontAlgn="base" hangingPunct="0">
              <a:spcBef>
                <a:spcPct val="0"/>
              </a:spcBef>
              <a:spcAft>
                <a:spcPct val="0"/>
              </a:spcAft>
              <a:defRPr sz="2600" b="1">
                <a:solidFill>
                  <a:srgbClr val="FF0000"/>
                </a:solidFill>
                <a:latin typeface="Verdana" pitchFamily="34" charset="0"/>
              </a:defRPr>
            </a:lvl4pPr>
            <a:lvl5pPr algn="l" rtl="0" eaLnBrk="0" fontAlgn="base" hangingPunct="0">
              <a:spcBef>
                <a:spcPct val="0"/>
              </a:spcBef>
              <a:spcAft>
                <a:spcPct val="0"/>
              </a:spcAft>
              <a:defRPr sz="2600" b="1">
                <a:solidFill>
                  <a:srgbClr val="FF0000"/>
                </a:solidFill>
                <a:latin typeface="Verdana" pitchFamily="34" charset="0"/>
              </a:defRPr>
            </a:lvl5pPr>
            <a:lvl6pPr marL="457200" algn="l" rtl="0" eaLnBrk="1" fontAlgn="base" hangingPunct="1">
              <a:spcBef>
                <a:spcPct val="0"/>
              </a:spcBef>
              <a:spcAft>
                <a:spcPct val="0"/>
              </a:spcAft>
              <a:defRPr>
                <a:solidFill>
                  <a:srgbClr val="C60C30"/>
                </a:solidFill>
                <a:latin typeface="Verdana" pitchFamily="34" charset="0"/>
              </a:defRPr>
            </a:lvl6pPr>
            <a:lvl7pPr marL="914400" algn="l" rtl="0" eaLnBrk="1" fontAlgn="base" hangingPunct="1">
              <a:spcBef>
                <a:spcPct val="0"/>
              </a:spcBef>
              <a:spcAft>
                <a:spcPct val="0"/>
              </a:spcAft>
              <a:defRPr>
                <a:solidFill>
                  <a:srgbClr val="C60C30"/>
                </a:solidFill>
                <a:latin typeface="Verdana" pitchFamily="34" charset="0"/>
              </a:defRPr>
            </a:lvl7pPr>
            <a:lvl8pPr marL="1371600" algn="l" rtl="0" eaLnBrk="1" fontAlgn="base" hangingPunct="1">
              <a:spcBef>
                <a:spcPct val="0"/>
              </a:spcBef>
              <a:spcAft>
                <a:spcPct val="0"/>
              </a:spcAft>
              <a:defRPr>
                <a:solidFill>
                  <a:srgbClr val="C60C30"/>
                </a:solidFill>
                <a:latin typeface="Verdana" pitchFamily="34" charset="0"/>
              </a:defRPr>
            </a:lvl8pPr>
            <a:lvl9pPr marL="1828800" algn="l" rtl="0" eaLnBrk="1" fontAlgn="base" hangingPunct="1">
              <a:spcBef>
                <a:spcPct val="0"/>
              </a:spcBef>
              <a:spcAft>
                <a:spcPct val="0"/>
              </a:spcAft>
              <a:defRPr>
                <a:solidFill>
                  <a:srgbClr val="C60C30"/>
                </a:solidFill>
                <a:latin typeface="Verdana" pitchFamily="34" charset="0"/>
              </a:defRPr>
            </a:lvl9pPr>
          </a:lstStyle>
          <a:p>
            <a:pPr eaLnBrk="1" hangingPunct="1">
              <a:defRPr/>
            </a:pPr>
            <a:r>
              <a:rPr lang="ru-RU" dirty="0" smtClean="0"/>
              <a:t>Программа </a:t>
            </a:r>
            <a:r>
              <a:rPr lang="en-US" dirty="0" smtClean="0"/>
              <a:t>SDCA </a:t>
            </a:r>
            <a:r>
              <a:rPr lang="ru-RU" dirty="0" smtClean="0"/>
              <a:t>Сертификации</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766879" y="210246"/>
            <a:ext cx="7886700" cy="591420"/>
          </a:xfrm>
        </p:spPr>
        <p:txBody>
          <a:bodyPr lIns="86621" tIns="43311" rIns="86621" bIns="43311"/>
          <a:lstStyle/>
          <a:p>
            <a:pPr eaLnBrk="1" hangingPunct="1">
              <a:defRPr/>
            </a:pPr>
            <a:r>
              <a:rPr lang="ru-RU" dirty="0" smtClean="0"/>
              <a:t>Блок «Карты Процессов»</a:t>
            </a:r>
            <a:endParaRPr lang="en-US" dirty="0" smtClean="0"/>
          </a:p>
        </p:txBody>
      </p:sp>
      <p:sp>
        <p:nvSpPr>
          <p:cNvPr id="22585" name="Content Placeholder 31"/>
          <p:cNvSpPr>
            <a:spLocks noGrp="1"/>
          </p:cNvSpPr>
          <p:nvPr>
            <p:ph idx="1"/>
          </p:nvPr>
        </p:nvSpPr>
        <p:spPr>
          <a:xfrm>
            <a:off x="0" y="4313855"/>
            <a:ext cx="9144000" cy="829645"/>
          </a:xfrm>
          <a:solidFill>
            <a:schemeClr val="bg1">
              <a:lumMod val="85000"/>
            </a:schemeClr>
          </a:solidFill>
          <a:ln w="9525">
            <a:solidFill>
              <a:schemeClr val="tx1"/>
            </a:solidFill>
            <a:miter lim="800000"/>
            <a:headEnd/>
            <a:tailEnd/>
          </a:ln>
          <a:effectLst/>
        </p:spPr>
        <p:txBody>
          <a:bodyPr/>
          <a:lstStyle/>
          <a:p>
            <a:pPr algn="ctr" fontAlgn="base">
              <a:spcBef>
                <a:spcPct val="0"/>
              </a:spcBef>
              <a:spcAft>
                <a:spcPct val="0"/>
              </a:spcAft>
            </a:pPr>
            <a:r>
              <a:rPr lang="ru-RU" altLang="ru-RU" sz="1200" i="1" dirty="0">
                <a:solidFill>
                  <a:schemeClr val="tx1"/>
                </a:solidFill>
                <a:latin typeface="+mn-lt"/>
              </a:rPr>
              <a:t>Блок Карты процессов – это второй блок уровня «Управлять чтобы поддерживать» в колонне Менеджмент</a:t>
            </a:r>
          </a:p>
          <a:p>
            <a:pPr algn="ctr" fontAlgn="base">
              <a:spcBef>
                <a:spcPct val="0"/>
              </a:spcBef>
              <a:spcAft>
                <a:spcPct val="0"/>
              </a:spcAft>
            </a:pPr>
            <a:r>
              <a:rPr lang="ru-RU" altLang="ru-RU" sz="1200" i="1" dirty="0">
                <a:solidFill>
                  <a:schemeClr val="tx1"/>
                </a:solidFill>
                <a:latin typeface="+mn-lt"/>
              </a:rPr>
              <a:t>Данный блок напрямую связан с блоком «Описание бизнеса» соответствующего уровня </a:t>
            </a:r>
            <a:endParaRPr lang="en-US" altLang="ru-RU" sz="1200" i="1" dirty="0">
              <a:solidFill>
                <a:schemeClr val="tx1"/>
              </a:solidFill>
              <a:latin typeface="+mn-lt"/>
            </a:endParaRPr>
          </a:p>
        </p:txBody>
      </p:sp>
      <p:pic>
        <p:nvPicPr>
          <p:cNvPr id="3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0834" y="703736"/>
            <a:ext cx="7115115" cy="35537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3" name="Freeform 32"/>
          <p:cNvSpPr>
            <a:spLocks noEditPoints="1"/>
          </p:cNvSpPr>
          <p:nvPr/>
        </p:nvSpPr>
        <p:spPr bwMode="auto">
          <a:xfrm>
            <a:off x="3794343" y="2275711"/>
            <a:ext cx="1219200" cy="884524"/>
          </a:xfrm>
          <a:custGeom>
            <a:avLst/>
            <a:gdLst>
              <a:gd name="T0" fmla="*/ 685 w 1319"/>
              <a:gd name="T1" fmla="*/ 39 h 237"/>
              <a:gd name="T2" fmla="*/ 684 w 1319"/>
              <a:gd name="T3" fmla="*/ 48 h 237"/>
              <a:gd name="T4" fmla="*/ 686 w 1319"/>
              <a:gd name="T5" fmla="*/ 40 h 237"/>
              <a:gd name="T6" fmla="*/ 689 w 1319"/>
              <a:gd name="T7" fmla="*/ 38 h 237"/>
              <a:gd name="T8" fmla="*/ 1030 w 1319"/>
              <a:gd name="T9" fmla="*/ 43 h 237"/>
              <a:gd name="T10" fmla="*/ 1319 w 1319"/>
              <a:gd name="T11" fmla="*/ 126 h 237"/>
              <a:gd name="T12" fmla="*/ 1278 w 1319"/>
              <a:gd name="T13" fmla="*/ 85 h 237"/>
              <a:gd name="T14" fmla="*/ 1098 w 1319"/>
              <a:gd name="T15" fmla="*/ 53 h 237"/>
              <a:gd name="T16" fmla="*/ 927 w 1319"/>
              <a:gd name="T17" fmla="*/ 38 h 237"/>
              <a:gd name="T18" fmla="*/ 835 w 1319"/>
              <a:gd name="T19" fmla="*/ 36 h 237"/>
              <a:gd name="T20" fmla="*/ 809 w 1319"/>
              <a:gd name="T21" fmla="*/ 36 h 237"/>
              <a:gd name="T22" fmla="*/ 927 w 1319"/>
              <a:gd name="T23" fmla="*/ 39 h 237"/>
              <a:gd name="T24" fmla="*/ 906 w 1319"/>
              <a:gd name="T25" fmla="*/ 40 h 237"/>
              <a:gd name="T26" fmla="*/ 954 w 1319"/>
              <a:gd name="T27" fmla="*/ 43 h 237"/>
              <a:gd name="T28" fmla="*/ 718 w 1319"/>
              <a:gd name="T29" fmla="*/ 40 h 237"/>
              <a:gd name="T30" fmla="*/ 1084 w 1319"/>
              <a:gd name="T31" fmla="*/ 57 h 237"/>
              <a:gd name="T32" fmla="*/ 954 w 1319"/>
              <a:gd name="T33" fmla="*/ 48 h 237"/>
              <a:gd name="T34" fmla="*/ 688 w 1319"/>
              <a:gd name="T35" fmla="*/ 45 h 237"/>
              <a:gd name="T36" fmla="*/ 692 w 1319"/>
              <a:gd name="T37" fmla="*/ 45 h 237"/>
              <a:gd name="T38" fmla="*/ 941 w 1319"/>
              <a:gd name="T39" fmla="*/ 49 h 237"/>
              <a:gd name="T40" fmla="*/ 1142 w 1319"/>
              <a:gd name="T41" fmla="*/ 69 h 237"/>
              <a:gd name="T42" fmla="*/ 1291 w 1319"/>
              <a:gd name="T43" fmla="*/ 105 h 237"/>
              <a:gd name="T44" fmla="*/ 1300 w 1319"/>
              <a:gd name="T45" fmla="*/ 134 h 237"/>
              <a:gd name="T46" fmla="*/ 1171 w 1319"/>
              <a:gd name="T47" fmla="*/ 185 h 237"/>
              <a:gd name="T48" fmla="*/ 765 w 1319"/>
              <a:gd name="T49" fmla="*/ 221 h 237"/>
              <a:gd name="T50" fmla="*/ 244 w 1319"/>
              <a:gd name="T51" fmla="*/ 206 h 237"/>
              <a:gd name="T52" fmla="*/ 14 w 1319"/>
              <a:gd name="T53" fmla="*/ 149 h 237"/>
              <a:gd name="T54" fmla="*/ 350 w 1319"/>
              <a:gd name="T55" fmla="*/ 42 h 237"/>
              <a:gd name="T56" fmla="*/ 774 w 1319"/>
              <a:gd name="T57" fmla="*/ 16 h 237"/>
              <a:gd name="T58" fmla="*/ 1123 w 1319"/>
              <a:gd name="T59" fmla="*/ 36 h 237"/>
              <a:gd name="T60" fmla="*/ 1130 w 1319"/>
              <a:gd name="T61" fmla="*/ 38 h 237"/>
              <a:gd name="T62" fmla="*/ 1137 w 1319"/>
              <a:gd name="T63" fmla="*/ 38 h 237"/>
              <a:gd name="T64" fmla="*/ 1144 w 1319"/>
              <a:gd name="T65" fmla="*/ 33 h 237"/>
              <a:gd name="T66" fmla="*/ 1143 w 1319"/>
              <a:gd name="T67" fmla="*/ 25 h 237"/>
              <a:gd name="T68" fmla="*/ 1137 w 1319"/>
              <a:gd name="T69" fmla="*/ 20 h 237"/>
              <a:gd name="T70" fmla="*/ 1131 w 1319"/>
              <a:gd name="T71" fmla="*/ 19 h 237"/>
              <a:gd name="T72" fmla="*/ 1122 w 1319"/>
              <a:gd name="T73" fmla="*/ 19 h 237"/>
              <a:gd name="T74" fmla="*/ 920 w 1319"/>
              <a:gd name="T75" fmla="*/ 2 h 237"/>
              <a:gd name="T76" fmla="*/ 750 w 1319"/>
              <a:gd name="T77" fmla="*/ 1 h 237"/>
              <a:gd name="T78" fmla="*/ 385 w 1319"/>
              <a:gd name="T79" fmla="*/ 23 h 237"/>
              <a:gd name="T80" fmla="*/ 65 w 1319"/>
              <a:gd name="T81" fmla="*/ 94 h 237"/>
              <a:gd name="T82" fmla="*/ 7 w 1319"/>
              <a:gd name="T83" fmla="*/ 168 h 237"/>
              <a:gd name="T84" fmla="*/ 158 w 1319"/>
              <a:gd name="T85" fmla="*/ 212 h 237"/>
              <a:gd name="T86" fmla="*/ 992 w 1319"/>
              <a:gd name="T87" fmla="*/ 223 h 237"/>
              <a:gd name="T88" fmla="*/ 1284 w 1319"/>
              <a:gd name="T89" fmla="*/ 161 h 237"/>
              <a:gd name="T90" fmla="*/ 1319 w 1319"/>
              <a:gd name="T91" fmla="*/ 126 h 237"/>
              <a:gd name="T92" fmla="*/ 985 w 1319"/>
              <a:gd name="T93" fmla="*/ 52 h 237"/>
              <a:gd name="T94" fmla="*/ 688 w 1319"/>
              <a:gd name="T95" fmla="*/ 44 h 237"/>
              <a:gd name="T96" fmla="*/ 1041 w 1319"/>
              <a:gd name="T97" fmla="*/ 46 h 237"/>
              <a:gd name="T98" fmla="*/ 688 w 1319"/>
              <a:gd name="T99" fmla="*/ 45 h 237"/>
              <a:gd name="T100" fmla="*/ 1270 w 1319"/>
              <a:gd name="T101" fmla="*/ 96 h 237"/>
              <a:gd name="T102" fmla="*/ 688 w 1319"/>
              <a:gd name="T103" fmla="*/ 46 h 237"/>
              <a:gd name="T104" fmla="*/ 769 w 1319"/>
              <a:gd name="T105" fmla="*/ 37 h 237"/>
              <a:gd name="T106" fmla="*/ 926 w 1319"/>
              <a:gd name="T107" fmla="*/ 46 h 237"/>
              <a:gd name="T108" fmla="*/ 986 w 1319"/>
              <a:gd name="T109" fmla="*/ 52 h 237"/>
              <a:gd name="T110" fmla="*/ 687 w 1319"/>
              <a:gd name="T111" fmla="*/ 41 h 237"/>
              <a:gd name="T112" fmla="*/ 689 w 1319"/>
              <a:gd name="T113" fmla="*/ 38 h 237"/>
              <a:gd name="T114" fmla="*/ 689 w 1319"/>
              <a:gd name="T115" fmla="*/ 45 h 237"/>
              <a:gd name="T116" fmla="*/ 688 w 1319"/>
              <a:gd name="T117" fmla="*/ 41 h 237"/>
              <a:gd name="T118" fmla="*/ 689 w 1319"/>
              <a:gd name="T119" fmla="*/ 41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19" h="237">
                <a:moveTo>
                  <a:pt x="686" y="40"/>
                </a:moveTo>
                <a:cubicBezTo>
                  <a:pt x="686" y="40"/>
                  <a:pt x="686" y="40"/>
                  <a:pt x="686" y="40"/>
                </a:cubicBezTo>
                <a:cubicBezTo>
                  <a:pt x="686" y="40"/>
                  <a:pt x="685" y="40"/>
                  <a:pt x="684" y="40"/>
                </a:cubicBezTo>
                <a:cubicBezTo>
                  <a:pt x="684" y="40"/>
                  <a:pt x="684" y="40"/>
                  <a:pt x="684" y="40"/>
                </a:cubicBezTo>
                <a:cubicBezTo>
                  <a:pt x="684" y="40"/>
                  <a:pt x="684" y="40"/>
                  <a:pt x="683" y="40"/>
                </a:cubicBezTo>
                <a:cubicBezTo>
                  <a:pt x="684" y="39"/>
                  <a:pt x="685" y="40"/>
                  <a:pt x="685" y="39"/>
                </a:cubicBezTo>
                <a:cubicBezTo>
                  <a:pt x="685" y="39"/>
                  <a:pt x="685" y="39"/>
                  <a:pt x="685" y="39"/>
                </a:cubicBezTo>
                <a:cubicBezTo>
                  <a:pt x="686" y="39"/>
                  <a:pt x="687" y="39"/>
                  <a:pt x="688" y="39"/>
                </a:cubicBezTo>
                <a:cubicBezTo>
                  <a:pt x="687" y="40"/>
                  <a:pt x="686" y="39"/>
                  <a:pt x="686" y="40"/>
                </a:cubicBezTo>
                <a:close/>
                <a:moveTo>
                  <a:pt x="684" y="48"/>
                </a:moveTo>
                <a:cubicBezTo>
                  <a:pt x="685" y="48"/>
                  <a:pt x="685" y="48"/>
                  <a:pt x="685" y="48"/>
                </a:cubicBezTo>
                <a:cubicBezTo>
                  <a:pt x="685" y="48"/>
                  <a:pt x="684" y="48"/>
                  <a:pt x="684" y="48"/>
                </a:cubicBezTo>
                <a:close/>
                <a:moveTo>
                  <a:pt x="685" y="46"/>
                </a:moveTo>
                <a:cubicBezTo>
                  <a:pt x="685" y="46"/>
                  <a:pt x="685" y="46"/>
                  <a:pt x="685" y="46"/>
                </a:cubicBezTo>
                <a:cubicBezTo>
                  <a:pt x="685" y="46"/>
                  <a:pt x="685" y="46"/>
                  <a:pt x="685" y="46"/>
                </a:cubicBezTo>
                <a:close/>
                <a:moveTo>
                  <a:pt x="686" y="40"/>
                </a:moveTo>
                <a:cubicBezTo>
                  <a:pt x="686" y="40"/>
                  <a:pt x="687" y="40"/>
                  <a:pt x="687" y="40"/>
                </a:cubicBezTo>
                <a:cubicBezTo>
                  <a:pt x="686" y="40"/>
                  <a:pt x="686" y="40"/>
                  <a:pt x="686" y="40"/>
                </a:cubicBezTo>
                <a:cubicBezTo>
                  <a:pt x="686" y="40"/>
                  <a:pt x="686" y="40"/>
                  <a:pt x="686" y="40"/>
                </a:cubicBezTo>
                <a:close/>
                <a:moveTo>
                  <a:pt x="686" y="43"/>
                </a:moveTo>
                <a:cubicBezTo>
                  <a:pt x="686" y="44"/>
                  <a:pt x="686" y="43"/>
                  <a:pt x="686" y="43"/>
                </a:cubicBezTo>
                <a:close/>
                <a:moveTo>
                  <a:pt x="689" y="38"/>
                </a:moveTo>
                <a:cubicBezTo>
                  <a:pt x="688" y="38"/>
                  <a:pt x="688" y="38"/>
                  <a:pt x="688" y="39"/>
                </a:cubicBezTo>
                <a:cubicBezTo>
                  <a:pt x="688" y="39"/>
                  <a:pt x="689" y="39"/>
                  <a:pt x="689" y="38"/>
                </a:cubicBezTo>
                <a:close/>
                <a:moveTo>
                  <a:pt x="685" y="46"/>
                </a:moveTo>
                <a:cubicBezTo>
                  <a:pt x="685" y="46"/>
                  <a:pt x="685" y="46"/>
                  <a:pt x="685" y="46"/>
                </a:cubicBezTo>
                <a:close/>
                <a:moveTo>
                  <a:pt x="685" y="45"/>
                </a:moveTo>
                <a:cubicBezTo>
                  <a:pt x="685" y="45"/>
                  <a:pt x="685" y="45"/>
                  <a:pt x="685" y="45"/>
                </a:cubicBezTo>
                <a:cubicBezTo>
                  <a:pt x="685" y="45"/>
                  <a:pt x="685" y="45"/>
                  <a:pt x="685" y="45"/>
                </a:cubicBezTo>
                <a:close/>
                <a:moveTo>
                  <a:pt x="1030" y="43"/>
                </a:moveTo>
                <a:cubicBezTo>
                  <a:pt x="1023" y="42"/>
                  <a:pt x="1012" y="41"/>
                  <a:pt x="1009" y="41"/>
                </a:cubicBezTo>
                <a:cubicBezTo>
                  <a:pt x="1019" y="42"/>
                  <a:pt x="1026" y="43"/>
                  <a:pt x="1030" y="43"/>
                </a:cubicBezTo>
                <a:close/>
                <a:moveTo>
                  <a:pt x="1122" y="54"/>
                </a:moveTo>
                <a:cubicBezTo>
                  <a:pt x="1109" y="53"/>
                  <a:pt x="1109" y="53"/>
                  <a:pt x="1109" y="53"/>
                </a:cubicBezTo>
                <a:cubicBezTo>
                  <a:pt x="1108" y="53"/>
                  <a:pt x="1118" y="54"/>
                  <a:pt x="1122" y="54"/>
                </a:cubicBezTo>
                <a:close/>
                <a:moveTo>
                  <a:pt x="1319" y="126"/>
                </a:moveTo>
                <a:cubicBezTo>
                  <a:pt x="1319" y="125"/>
                  <a:pt x="1319" y="125"/>
                  <a:pt x="1319" y="125"/>
                </a:cubicBezTo>
                <a:cubicBezTo>
                  <a:pt x="1319" y="124"/>
                  <a:pt x="1319" y="124"/>
                  <a:pt x="1319" y="124"/>
                </a:cubicBezTo>
                <a:cubicBezTo>
                  <a:pt x="1319" y="118"/>
                  <a:pt x="1316" y="112"/>
                  <a:pt x="1313" y="108"/>
                </a:cubicBezTo>
                <a:cubicBezTo>
                  <a:pt x="1309" y="103"/>
                  <a:pt x="1305" y="100"/>
                  <a:pt x="1301" y="97"/>
                </a:cubicBezTo>
                <a:cubicBezTo>
                  <a:pt x="1293" y="91"/>
                  <a:pt x="1285" y="88"/>
                  <a:pt x="1279" y="86"/>
                </a:cubicBezTo>
                <a:cubicBezTo>
                  <a:pt x="1280" y="86"/>
                  <a:pt x="1280" y="86"/>
                  <a:pt x="1278" y="85"/>
                </a:cubicBezTo>
                <a:cubicBezTo>
                  <a:pt x="1272" y="83"/>
                  <a:pt x="1269" y="82"/>
                  <a:pt x="1262" y="80"/>
                </a:cubicBezTo>
                <a:cubicBezTo>
                  <a:pt x="1239" y="73"/>
                  <a:pt x="1219" y="70"/>
                  <a:pt x="1199" y="67"/>
                </a:cubicBezTo>
                <a:cubicBezTo>
                  <a:pt x="1180" y="64"/>
                  <a:pt x="1162" y="61"/>
                  <a:pt x="1142" y="58"/>
                </a:cubicBezTo>
                <a:cubicBezTo>
                  <a:pt x="1137" y="58"/>
                  <a:pt x="1123" y="55"/>
                  <a:pt x="1119" y="55"/>
                </a:cubicBezTo>
                <a:cubicBezTo>
                  <a:pt x="1126" y="56"/>
                  <a:pt x="1135" y="57"/>
                  <a:pt x="1134" y="57"/>
                </a:cubicBezTo>
                <a:cubicBezTo>
                  <a:pt x="1122" y="56"/>
                  <a:pt x="1106" y="54"/>
                  <a:pt x="1098" y="53"/>
                </a:cubicBezTo>
                <a:cubicBezTo>
                  <a:pt x="1083" y="51"/>
                  <a:pt x="1076" y="50"/>
                  <a:pt x="1062" y="49"/>
                </a:cubicBezTo>
                <a:cubicBezTo>
                  <a:pt x="1059" y="48"/>
                  <a:pt x="1065" y="49"/>
                  <a:pt x="1058" y="48"/>
                </a:cubicBezTo>
                <a:cubicBezTo>
                  <a:pt x="1037" y="46"/>
                  <a:pt x="1027" y="45"/>
                  <a:pt x="1008" y="43"/>
                </a:cubicBezTo>
                <a:cubicBezTo>
                  <a:pt x="1003" y="43"/>
                  <a:pt x="980" y="41"/>
                  <a:pt x="974" y="41"/>
                </a:cubicBezTo>
                <a:cubicBezTo>
                  <a:pt x="968" y="40"/>
                  <a:pt x="980" y="41"/>
                  <a:pt x="975" y="41"/>
                </a:cubicBezTo>
                <a:cubicBezTo>
                  <a:pt x="927" y="38"/>
                  <a:pt x="927" y="38"/>
                  <a:pt x="927" y="38"/>
                </a:cubicBezTo>
                <a:cubicBezTo>
                  <a:pt x="923" y="38"/>
                  <a:pt x="920" y="38"/>
                  <a:pt x="914" y="38"/>
                </a:cubicBezTo>
                <a:cubicBezTo>
                  <a:pt x="909" y="37"/>
                  <a:pt x="915" y="37"/>
                  <a:pt x="908" y="37"/>
                </a:cubicBezTo>
                <a:cubicBezTo>
                  <a:pt x="902" y="37"/>
                  <a:pt x="913" y="38"/>
                  <a:pt x="912" y="38"/>
                </a:cubicBezTo>
                <a:cubicBezTo>
                  <a:pt x="903" y="37"/>
                  <a:pt x="905" y="38"/>
                  <a:pt x="900" y="38"/>
                </a:cubicBezTo>
                <a:cubicBezTo>
                  <a:pt x="888" y="37"/>
                  <a:pt x="880" y="37"/>
                  <a:pt x="869" y="37"/>
                </a:cubicBezTo>
                <a:cubicBezTo>
                  <a:pt x="835" y="36"/>
                  <a:pt x="835" y="36"/>
                  <a:pt x="835" y="36"/>
                </a:cubicBezTo>
                <a:cubicBezTo>
                  <a:pt x="811" y="36"/>
                  <a:pt x="811" y="36"/>
                  <a:pt x="811" y="36"/>
                </a:cubicBezTo>
                <a:cubicBezTo>
                  <a:pt x="786" y="36"/>
                  <a:pt x="786" y="36"/>
                  <a:pt x="786" y="36"/>
                </a:cubicBezTo>
                <a:cubicBezTo>
                  <a:pt x="781" y="36"/>
                  <a:pt x="790" y="36"/>
                  <a:pt x="782" y="36"/>
                </a:cubicBezTo>
                <a:cubicBezTo>
                  <a:pt x="749" y="36"/>
                  <a:pt x="716" y="37"/>
                  <a:pt x="692" y="38"/>
                </a:cubicBezTo>
                <a:cubicBezTo>
                  <a:pt x="729" y="36"/>
                  <a:pt x="757" y="36"/>
                  <a:pt x="790" y="36"/>
                </a:cubicBezTo>
                <a:cubicBezTo>
                  <a:pt x="795" y="36"/>
                  <a:pt x="804" y="36"/>
                  <a:pt x="809" y="36"/>
                </a:cubicBezTo>
                <a:cubicBezTo>
                  <a:pt x="811" y="36"/>
                  <a:pt x="804" y="36"/>
                  <a:pt x="811" y="36"/>
                </a:cubicBezTo>
                <a:cubicBezTo>
                  <a:pt x="818" y="36"/>
                  <a:pt x="818" y="36"/>
                  <a:pt x="818" y="36"/>
                </a:cubicBezTo>
                <a:cubicBezTo>
                  <a:pt x="814" y="36"/>
                  <a:pt x="821" y="36"/>
                  <a:pt x="823" y="37"/>
                </a:cubicBezTo>
                <a:cubicBezTo>
                  <a:pt x="851" y="37"/>
                  <a:pt x="873" y="37"/>
                  <a:pt x="898" y="38"/>
                </a:cubicBezTo>
                <a:cubicBezTo>
                  <a:pt x="902" y="38"/>
                  <a:pt x="894" y="38"/>
                  <a:pt x="900" y="38"/>
                </a:cubicBezTo>
                <a:cubicBezTo>
                  <a:pt x="927" y="39"/>
                  <a:pt x="927" y="39"/>
                  <a:pt x="927" y="39"/>
                </a:cubicBezTo>
                <a:cubicBezTo>
                  <a:pt x="930" y="40"/>
                  <a:pt x="937" y="40"/>
                  <a:pt x="933" y="40"/>
                </a:cubicBezTo>
                <a:cubicBezTo>
                  <a:pt x="901" y="38"/>
                  <a:pt x="856" y="37"/>
                  <a:pt x="817" y="37"/>
                </a:cubicBezTo>
                <a:cubicBezTo>
                  <a:pt x="806" y="37"/>
                  <a:pt x="793" y="37"/>
                  <a:pt x="787" y="37"/>
                </a:cubicBezTo>
                <a:cubicBezTo>
                  <a:pt x="804" y="37"/>
                  <a:pt x="818" y="37"/>
                  <a:pt x="833" y="38"/>
                </a:cubicBezTo>
                <a:cubicBezTo>
                  <a:pt x="853" y="38"/>
                  <a:pt x="874" y="38"/>
                  <a:pt x="893" y="39"/>
                </a:cubicBezTo>
                <a:cubicBezTo>
                  <a:pt x="906" y="40"/>
                  <a:pt x="906" y="40"/>
                  <a:pt x="906" y="40"/>
                </a:cubicBezTo>
                <a:cubicBezTo>
                  <a:pt x="920" y="40"/>
                  <a:pt x="920" y="40"/>
                  <a:pt x="920" y="40"/>
                </a:cubicBezTo>
                <a:cubicBezTo>
                  <a:pt x="929" y="41"/>
                  <a:pt x="929" y="41"/>
                  <a:pt x="929" y="41"/>
                </a:cubicBezTo>
                <a:cubicBezTo>
                  <a:pt x="937" y="41"/>
                  <a:pt x="944" y="41"/>
                  <a:pt x="953" y="42"/>
                </a:cubicBezTo>
                <a:cubicBezTo>
                  <a:pt x="968" y="43"/>
                  <a:pt x="983" y="44"/>
                  <a:pt x="999" y="46"/>
                </a:cubicBezTo>
                <a:cubicBezTo>
                  <a:pt x="1002" y="46"/>
                  <a:pt x="1001" y="46"/>
                  <a:pt x="997" y="46"/>
                </a:cubicBezTo>
                <a:cubicBezTo>
                  <a:pt x="977" y="44"/>
                  <a:pt x="974" y="44"/>
                  <a:pt x="954" y="43"/>
                </a:cubicBezTo>
                <a:cubicBezTo>
                  <a:pt x="956" y="43"/>
                  <a:pt x="958" y="43"/>
                  <a:pt x="957" y="43"/>
                </a:cubicBezTo>
                <a:cubicBezTo>
                  <a:pt x="951" y="43"/>
                  <a:pt x="949" y="42"/>
                  <a:pt x="945" y="42"/>
                </a:cubicBezTo>
                <a:cubicBezTo>
                  <a:pt x="960" y="43"/>
                  <a:pt x="958" y="43"/>
                  <a:pt x="953" y="43"/>
                </a:cubicBezTo>
                <a:cubicBezTo>
                  <a:pt x="916" y="41"/>
                  <a:pt x="870" y="39"/>
                  <a:pt x="840" y="39"/>
                </a:cubicBezTo>
                <a:cubicBezTo>
                  <a:pt x="836" y="39"/>
                  <a:pt x="834" y="39"/>
                  <a:pt x="829" y="39"/>
                </a:cubicBezTo>
                <a:cubicBezTo>
                  <a:pt x="794" y="38"/>
                  <a:pt x="755" y="38"/>
                  <a:pt x="718" y="40"/>
                </a:cubicBezTo>
                <a:cubicBezTo>
                  <a:pt x="761" y="39"/>
                  <a:pt x="805" y="38"/>
                  <a:pt x="854" y="39"/>
                </a:cubicBezTo>
                <a:cubicBezTo>
                  <a:pt x="856" y="39"/>
                  <a:pt x="854" y="39"/>
                  <a:pt x="859" y="40"/>
                </a:cubicBezTo>
                <a:cubicBezTo>
                  <a:pt x="880" y="40"/>
                  <a:pt x="904" y="41"/>
                  <a:pt x="920" y="42"/>
                </a:cubicBezTo>
                <a:cubicBezTo>
                  <a:pt x="941" y="44"/>
                  <a:pt x="941" y="44"/>
                  <a:pt x="941" y="44"/>
                </a:cubicBezTo>
                <a:cubicBezTo>
                  <a:pt x="993" y="47"/>
                  <a:pt x="1030" y="51"/>
                  <a:pt x="1079" y="57"/>
                </a:cubicBezTo>
                <a:cubicBezTo>
                  <a:pt x="1079" y="57"/>
                  <a:pt x="1082" y="57"/>
                  <a:pt x="1084" y="57"/>
                </a:cubicBezTo>
                <a:cubicBezTo>
                  <a:pt x="1073" y="57"/>
                  <a:pt x="1073" y="57"/>
                  <a:pt x="1073" y="57"/>
                </a:cubicBezTo>
                <a:cubicBezTo>
                  <a:pt x="1049" y="54"/>
                  <a:pt x="1049" y="54"/>
                  <a:pt x="1049" y="54"/>
                </a:cubicBezTo>
                <a:cubicBezTo>
                  <a:pt x="1008" y="50"/>
                  <a:pt x="950" y="45"/>
                  <a:pt x="898" y="43"/>
                </a:cubicBezTo>
                <a:cubicBezTo>
                  <a:pt x="892" y="43"/>
                  <a:pt x="897" y="43"/>
                  <a:pt x="901" y="44"/>
                </a:cubicBezTo>
                <a:cubicBezTo>
                  <a:pt x="926" y="45"/>
                  <a:pt x="948" y="46"/>
                  <a:pt x="975" y="48"/>
                </a:cubicBezTo>
                <a:cubicBezTo>
                  <a:pt x="984" y="50"/>
                  <a:pt x="974" y="49"/>
                  <a:pt x="954" y="48"/>
                </a:cubicBezTo>
                <a:cubicBezTo>
                  <a:pt x="937" y="47"/>
                  <a:pt x="914" y="45"/>
                  <a:pt x="893" y="45"/>
                </a:cubicBezTo>
                <a:cubicBezTo>
                  <a:pt x="871" y="44"/>
                  <a:pt x="851" y="43"/>
                  <a:pt x="841" y="43"/>
                </a:cubicBezTo>
                <a:cubicBezTo>
                  <a:pt x="791" y="42"/>
                  <a:pt x="742" y="43"/>
                  <a:pt x="693" y="45"/>
                </a:cubicBezTo>
                <a:cubicBezTo>
                  <a:pt x="689" y="45"/>
                  <a:pt x="689" y="45"/>
                  <a:pt x="689" y="45"/>
                </a:cubicBezTo>
                <a:cubicBezTo>
                  <a:pt x="689" y="45"/>
                  <a:pt x="689" y="45"/>
                  <a:pt x="689" y="45"/>
                </a:cubicBezTo>
                <a:cubicBezTo>
                  <a:pt x="688" y="45"/>
                  <a:pt x="688" y="45"/>
                  <a:pt x="688" y="45"/>
                </a:cubicBezTo>
                <a:cubicBezTo>
                  <a:pt x="686" y="45"/>
                  <a:pt x="686" y="45"/>
                  <a:pt x="686" y="45"/>
                </a:cubicBezTo>
                <a:cubicBezTo>
                  <a:pt x="686" y="45"/>
                  <a:pt x="687" y="45"/>
                  <a:pt x="688" y="45"/>
                </a:cubicBezTo>
                <a:cubicBezTo>
                  <a:pt x="689" y="45"/>
                  <a:pt x="689" y="45"/>
                  <a:pt x="689" y="45"/>
                </a:cubicBezTo>
                <a:cubicBezTo>
                  <a:pt x="689" y="45"/>
                  <a:pt x="689" y="45"/>
                  <a:pt x="689" y="45"/>
                </a:cubicBezTo>
                <a:cubicBezTo>
                  <a:pt x="689" y="45"/>
                  <a:pt x="689" y="45"/>
                  <a:pt x="689" y="45"/>
                </a:cubicBezTo>
                <a:cubicBezTo>
                  <a:pt x="692" y="45"/>
                  <a:pt x="692" y="45"/>
                  <a:pt x="692" y="45"/>
                </a:cubicBezTo>
                <a:cubicBezTo>
                  <a:pt x="701" y="45"/>
                  <a:pt x="701" y="45"/>
                  <a:pt x="701" y="45"/>
                </a:cubicBezTo>
                <a:cubicBezTo>
                  <a:pt x="701" y="45"/>
                  <a:pt x="703" y="44"/>
                  <a:pt x="707" y="44"/>
                </a:cubicBezTo>
                <a:cubicBezTo>
                  <a:pt x="756" y="43"/>
                  <a:pt x="811" y="43"/>
                  <a:pt x="855" y="43"/>
                </a:cubicBezTo>
                <a:cubicBezTo>
                  <a:pt x="873" y="44"/>
                  <a:pt x="908" y="45"/>
                  <a:pt x="926" y="47"/>
                </a:cubicBezTo>
                <a:cubicBezTo>
                  <a:pt x="922" y="47"/>
                  <a:pt x="907" y="46"/>
                  <a:pt x="888" y="46"/>
                </a:cubicBezTo>
                <a:cubicBezTo>
                  <a:pt x="907" y="46"/>
                  <a:pt x="925" y="48"/>
                  <a:pt x="941" y="49"/>
                </a:cubicBezTo>
                <a:cubicBezTo>
                  <a:pt x="955" y="49"/>
                  <a:pt x="978" y="51"/>
                  <a:pt x="985" y="52"/>
                </a:cubicBezTo>
                <a:cubicBezTo>
                  <a:pt x="986" y="52"/>
                  <a:pt x="984" y="52"/>
                  <a:pt x="985" y="52"/>
                </a:cubicBezTo>
                <a:cubicBezTo>
                  <a:pt x="986" y="52"/>
                  <a:pt x="996" y="53"/>
                  <a:pt x="997" y="53"/>
                </a:cubicBezTo>
                <a:cubicBezTo>
                  <a:pt x="1004" y="53"/>
                  <a:pt x="1003" y="53"/>
                  <a:pt x="1011" y="54"/>
                </a:cubicBezTo>
                <a:cubicBezTo>
                  <a:pt x="1022" y="55"/>
                  <a:pt x="1022" y="55"/>
                  <a:pt x="1029" y="56"/>
                </a:cubicBezTo>
                <a:cubicBezTo>
                  <a:pt x="1067" y="59"/>
                  <a:pt x="1104" y="64"/>
                  <a:pt x="1142" y="69"/>
                </a:cubicBezTo>
                <a:cubicBezTo>
                  <a:pt x="1154" y="71"/>
                  <a:pt x="1154" y="71"/>
                  <a:pt x="1154" y="71"/>
                </a:cubicBezTo>
                <a:cubicBezTo>
                  <a:pt x="1158" y="72"/>
                  <a:pt x="1155" y="72"/>
                  <a:pt x="1159" y="72"/>
                </a:cubicBezTo>
                <a:cubicBezTo>
                  <a:pt x="1162" y="73"/>
                  <a:pt x="1161" y="72"/>
                  <a:pt x="1165" y="73"/>
                </a:cubicBezTo>
                <a:cubicBezTo>
                  <a:pt x="1179" y="75"/>
                  <a:pt x="1196" y="78"/>
                  <a:pt x="1211" y="81"/>
                </a:cubicBezTo>
                <a:cubicBezTo>
                  <a:pt x="1229" y="84"/>
                  <a:pt x="1249" y="88"/>
                  <a:pt x="1267" y="94"/>
                </a:cubicBezTo>
                <a:cubicBezTo>
                  <a:pt x="1275" y="97"/>
                  <a:pt x="1284" y="101"/>
                  <a:pt x="1291" y="105"/>
                </a:cubicBezTo>
                <a:cubicBezTo>
                  <a:pt x="1298" y="109"/>
                  <a:pt x="1303" y="114"/>
                  <a:pt x="1305" y="119"/>
                </a:cubicBezTo>
                <a:cubicBezTo>
                  <a:pt x="1306" y="122"/>
                  <a:pt x="1306" y="121"/>
                  <a:pt x="1306" y="121"/>
                </a:cubicBezTo>
                <a:cubicBezTo>
                  <a:pt x="1306" y="121"/>
                  <a:pt x="1306" y="121"/>
                  <a:pt x="1307" y="124"/>
                </a:cubicBezTo>
                <a:cubicBezTo>
                  <a:pt x="1307" y="125"/>
                  <a:pt x="1307" y="126"/>
                  <a:pt x="1307" y="126"/>
                </a:cubicBezTo>
                <a:cubicBezTo>
                  <a:pt x="1307" y="127"/>
                  <a:pt x="1306" y="127"/>
                  <a:pt x="1306" y="128"/>
                </a:cubicBezTo>
                <a:cubicBezTo>
                  <a:pt x="1304" y="130"/>
                  <a:pt x="1302" y="132"/>
                  <a:pt x="1300" y="134"/>
                </a:cubicBezTo>
                <a:cubicBezTo>
                  <a:pt x="1296" y="138"/>
                  <a:pt x="1291" y="142"/>
                  <a:pt x="1285" y="145"/>
                </a:cubicBezTo>
                <a:cubicBezTo>
                  <a:pt x="1274" y="152"/>
                  <a:pt x="1262" y="158"/>
                  <a:pt x="1250" y="163"/>
                </a:cubicBezTo>
                <a:cubicBezTo>
                  <a:pt x="1247" y="164"/>
                  <a:pt x="1244" y="165"/>
                  <a:pt x="1241" y="166"/>
                </a:cubicBezTo>
                <a:cubicBezTo>
                  <a:pt x="1231" y="169"/>
                  <a:pt x="1231" y="169"/>
                  <a:pt x="1231" y="169"/>
                </a:cubicBezTo>
                <a:cubicBezTo>
                  <a:pt x="1224" y="171"/>
                  <a:pt x="1218" y="173"/>
                  <a:pt x="1211" y="175"/>
                </a:cubicBezTo>
                <a:cubicBezTo>
                  <a:pt x="1198" y="178"/>
                  <a:pt x="1184" y="182"/>
                  <a:pt x="1171" y="185"/>
                </a:cubicBezTo>
                <a:cubicBezTo>
                  <a:pt x="1167" y="186"/>
                  <a:pt x="1170" y="185"/>
                  <a:pt x="1164" y="186"/>
                </a:cubicBezTo>
                <a:cubicBezTo>
                  <a:pt x="1156" y="188"/>
                  <a:pt x="1158" y="188"/>
                  <a:pt x="1152" y="189"/>
                </a:cubicBezTo>
                <a:cubicBezTo>
                  <a:pt x="1147" y="190"/>
                  <a:pt x="1144" y="191"/>
                  <a:pt x="1141" y="191"/>
                </a:cubicBezTo>
                <a:cubicBezTo>
                  <a:pt x="1110" y="197"/>
                  <a:pt x="1078" y="201"/>
                  <a:pt x="1045" y="205"/>
                </a:cubicBezTo>
                <a:cubicBezTo>
                  <a:pt x="1013" y="208"/>
                  <a:pt x="980" y="210"/>
                  <a:pt x="947" y="213"/>
                </a:cubicBezTo>
                <a:cubicBezTo>
                  <a:pt x="885" y="217"/>
                  <a:pt x="823" y="220"/>
                  <a:pt x="765" y="221"/>
                </a:cubicBezTo>
                <a:cubicBezTo>
                  <a:pt x="719" y="222"/>
                  <a:pt x="675" y="223"/>
                  <a:pt x="633" y="222"/>
                </a:cubicBezTo>
                <a:cubicBezTo>
                  <a:pt x="578" y="222"/>
                  <a:pt x="530" y="221"/>
                  <a:pt x="478" y="219"/>
                </a:cubicBezTo>
                <a:cubicBezTo>
                  <a:pt x="441" y="218"/>
                  <a:pt x="400" y="216"/>
                  <a:pt x="368" y="214"/>
                </a:cubicBezTo>
                <a:cubicBezTo>
                  <a:pt x="350" y="214"/>
                  <a:pt x="350" y="214"/>
                  <a:pt x="350" y="214"/>
                </a:cubicBezTo>
                <a:cubicBezTo>
                  <a:pt x="321" y="212"/>
                  <a:pt x="321" y="212"/>
                  <a:pt x="321" y="212"/>
                </a:cubicBezTo>
                <a:cubicBezTo>
                  <a:pt x="296" y="210"/>
                  <a:pt x="270" y="209"/>
                  <a:pt x="244" y="206"/>
                </a:cubicBezTo>
                <a:cubicBezTo>
                  <a:pt x="215" y="204"/>
                  <a:pt x="188" y="201"/>
                  <a:pt x="160" y="198"/>
                </a:cubicBezTo>
                <a:cubicBezTo>
                  <a:pt x="144" y="196"/>
                  <a:pt x="129" y="194"/>
                  <a:pt x="114" y="191"/>
                </a:cubicBezTo>
                <a:cubicBezTo>
                  <a:pt x="103" y="189"/>
                  <a:pt x="93" y="187"/>
                  <a:pt x="82" y="185"/>
                </a:cubicBezTo>
                <a:cubicBezTo>
                  <a:pt x="68" y="182"/>
                  <a:pt x="53" y="178"/>
                  <a:pt x="40" y="172"/>
                </a:cubicBezTo>
                <a:cubicBezTo>
                  <a:pt x="33" y="170"/>
                  <a:pt x="26" y="166"/>
                  <a:pt x="22" y="163"/>
                </a:cubicBezTo>
                <a:cubicBezTo>
                  <a:pt x="17" y="159"/>
                  <a:pt x="14" y="154"/>
                  <a:pt x="14" y="149"/>
                </a:cubicBezTo>
                <a:cubicBezTo>
                  <a:pt x="14" y="144"/>
                  <a:pt x="19" y="137"/>
                  <a:pt x="26" y="131"/>
                </a:cubicBezTo>
                <a:cubicBezTo>
                  <a:pt x="33" y="126"/>
                  <a:pt x="41" y="121"/>
                  <a:pt x="50" y="117"/>
                </a:cubicBezTo>
                <a:cubicBezTo>
                  <a:pt x="67" y="108"/>
                  <a:pt x="85" y="101"/>
                  <a:pt x="103" y="95"/>
                </a:cubicBezTo>
                <a:cubicBezTo>
                  <a:pt x="144" y="82"/>
                  <a:pt x="195" y="70"/>
                  <a:pt x="235" y="61"/>
                </a:cubicBezTo>
                <a:cubicBezTo>
                  <a:pt x="268" y="55"/>
                  <a:pt x="302" y="49"/>
                  <a:pt x="340" y="44"/>
                </a:cubicBezTo>
                <a:cubicBezTo>
                  <a:pt x="350" y="42"/>
                  <a:pt x="350" y="42"/>
                  <a:pt x="350" y="42"/>
                </a:cubicBezTo>
                <a:cubicBezTo>
                  <a:pt x="407" y="35"/>
                  <a:pt x="471" y="28"/>
                  <a:pt x="517" y="25"/>
                </a:cubicBezTo>
                <a:cubicBezTo>
                  <a:pt x="534" y="24"/>
                  <a:pt x="549" y="23"/>
                  <a:pt x="565" y="22"/>
                </a:cubicBezTo>
                <a:cubicBezTo>
                  <a:pt x="583" y="21"/>
                  <a:pt x="599" y="20"/>
                  <a:pt x="616" y="19"/>
                </a:cubicBezTo>
                <a:cubicBezTo>
                  <a:pt x="632" y="19"/>
                  <a:pt x="632" y="19"/>
                  <a:pt x="632" y="19"/>
                </a:cubicBezTo>
                <a:cubicBezTo>
                  <a:pt x="649" y="18"/>
                  <a:pt x="666" y="17"/>
                  <a:pt x="684" y="17"/>
                </a:cubicBezTo>
                <a:cubicBezTo>
                  <a:pt x="712" y="16"/>
                  <a:pt x="742" y="16"/>
                  <a:pt x="774" y="16"/>
                </a:cubicBezTo>
                <a:cubicBezTo>
                  <a:pt x="799" y="16"/>
                  <a:pt x="836" y="16"/>
                  <a:pt x="864" y="16"/>
                </a:cubicBezTo>
                <a:cubicBezTo>
                  <a:pt x="912" y="18"/>
                  <a:pt x="961" y="19"/>
                  <a:pt x="1010" y="23"/>
                </a:cubicBezTo>
                <a:cubicBezTo>
                  <a:pt x="1026" y="24"/>
                  <a:pt x="1041" y="26"/>
                  <a:pt x="1058" y="27"/>
                </a:cubicBezTo>
                <a:cubicBezTo>
                  <a:pt x="1075" y="29"/>
                  <a:pt x="1096" y="31"/>
                  <a:pt x="1117" y="35"/>
                </a:cubicBezTo>
                <a:cubicBezTo>
                  <a:pt x="1123" y="36"/>
                  <a:pt x="1123" y="36"/>
                  <a:pt x="1123" y="36"/>
                </a:cubicBezTo>
                <a:cubicBezTo>
                  <a:pt x="1123" y="36"/>
                  <a:pt x="1123" y="36"/>
                  <a:pt x="1123" y="36"/>
                </a:cubicBezTo>
                <a:cubicBezTo>
                  <a:pt x="1124" y="36"/>
                  <a:pt x="1124" y="36"/>
                  <a:pt x="1124" y="36"/>
                </a:cubicBezTo>
                <a:cubicBezTo>
                  <a:pt x="1125" y="36"/>
                  <a:pt x="1125" y="36"/>
                  <a:pt x="1125" y="36"/>
                </a:cubicBezTo>
                <a:cubicBezTo>
                  <a:pt x="1125" y="36"/>
                  <a:pt x="1127" y="36"/>
                  <a:pt x="1127" y="37"/>
                </a:cubicBezTo>
                <a:cubicBezTo>
                  <a:pt x="1127" y="38"/>
                  <a:pt x="1128" y="36"/>
                  <a:pt x="1129" y="37"/>
                </a:cubicBezTo>
                <a:cubicBezTo>
                  <a:pt x="1129" y="37"/>
                  <a:pt x="1129" y="37"/>
                  <a:pt x="1129" y="38"/>
                </a:cubicBezTo>
                <a:cubicBezTo>
                  <a:pt x="1129" y="38"/>
                  <a:pt x="1129" y="38"/>
                  <a:pt x="1130" y="38"/>
                </a:cubicBezTo>
                <a:cubicBezTo>
                  <a:pt x="1130" y="38"/>
                  <a:pt x="1130" y="39"/>
                  <a:pt x="1131" y="39"/>
                </a:cubicBezTo>
                <a:cubicBezTo>
                  <a:pt x="1131" y="39"/>
                  <a:pt x="1131" y="39"/>
                  <a:pt x="1131" y="39"/>
                </a:cubicBezTo>
                <a:cubicBezTo>
                  <a:pt x="1132" y="39"/>
                  <a:pt x="1132" y="39"/>
                  <a:pt x="1133" y="39"/>
                </a:cubicBezTo>
                <a:cubicBezTo>
                  <a:pt x="1133" y="39"/>
                  <a:pt x="1134" y="39"/>
                  <a:pt x="1134" y="39"/>
                </a:cubicBezTo>
                <a:cubicBezTo>
                  <a:pt x="1135" y="39"/>
                  <a:pt x="1135" y="39"/>
                  <a:pt x="1135" y="39"/>
                </a:cubicBezTo>
                <a:cubicBezTo>
                  <a:pt x="1136" y="39"/>
                  <a:pt x="1136" y="39"/>
                  <a:pt x="1137" y="38"/>
                </a:cubicBezTo>
                <a:cubicBezTo>
                  <a:pt x="1137" y="38"/>
                  <a:pt x="1138" y="38"/>
                  <a:pt x="1138" y="38"/>
                </a:cubicBezTo>
                <a:cubicBezTo>
                  <a:pt x="1138" y="38"/>
                  <a:pt x="1139" y="38"/>
                  <a:pt x="1139" y="38"/>
                </a:cubicBezTo>
                <a:cubicBezTo>
                  <a:pt x="1140" y="37"/>
                  <a:pt x="1141" y="36"/>
                  <a:pt x="1142" y="36"/>
                </a:cubicBezTo>
                <a:cubicBezTo>
                  <a:pt x="1142" y="36"/>
                  <a:pt x="1142" y="35"/>
                  <a:pt x="1143" y="35"/>
                </a:cubicBezTo>
                <a:cubicBezTo>
                  <a:pt x="1143" y="35"/>
                  <a:pt x="1143" y="35"/>
                  <a:pt x="1143" y="35"/>
                </a:cubicBezTo>
                <a:cubicBezTo>
                  <a:pt x="1143" y="34"/>
                  <a:pt x="1143" y="33"/>
                  <a:pt x="1144" y="33"/>
                </a:cubicBezTo>
                <a:cubicBezTo>
                  <a:pt x="1144" y="33"/>
                  <a:pt x="1144" y="33"/>
                  <a:pt x="1144" y="33"/>
                </a:cubicBezTo>
                <a:cubicBezTo>
                  <a:pt x="1144" y="32"/>
                  <a:pt x="1144" y="31"/>
                  <a:pt x="1144" y="30"/>
                </a:cubicBezTo>
                <a:cubicBezTo>
                  <a:pt x="1144" y="29"/>
                  <a:pt x="1144" y="28"/>
                  <a:pt x="1144" y="28"/>
                </a:cubicBezTo>
                <a:cubicBezTo>
                  <a:pt x="1144" y="28"/>
                  <a:pt x="1144" y="27"/>
                  <a:pt x="1144" y="27"/>
                </a:cubicBezTo>
                <a:cubicBezTo>
                  <a:pt x="1144" y="26"/>
                  <a:pt x="1143" y="26"/>
                  <a:pt x="1143" y="26"/>
                </a:cubicBezTo>
                <a:cubicBezTo>
                  <a:pt x="1143" y="25"/>
                  <a:pt x="1143" y="25"/>
                  <a:pt x="1143" y="25"/>
                </a:cubicBezTo>
                <a:cubicBezTo>
                  <a:pt x="1143" y="25"/>
                  <a:pt x="1142" y="24"/>
                  <a:pt x="1142" y="24"/>
                </a:cubicBezTo>
                <a:cubicBezTo>
                  <a:pt x="1142" y="24"/>
                  <a:pt x="1142" y="24"/>
                  <a:pt x="1142" y="24"/>
                </a:cubicBezTo>
                <a:cubicBezTo>
                  <a:pt x="1141" y="23"/>
                  <a:pt x="1141" y="22"/>
                  <a:pt x="1140" y="22"/>
                </a:cubicBezTo>
                <a:cubicBezTo>
                  <a:pt x="1140" y="22"/>
                  <a:pt x="1139" y="21"/>
                  <a:pt x="1139" y="21"/>
                </a:cubicBezTo>
                <a:cubicBezTo>
                  <a:pt x="1138" y="21"/>
                  <a:pt x="1137" y="21"/>
                  <a:pt x="1137" y="20"/>
                </a:cubicBezTo>
                <a:cubicBezTo>
                  <a:pt x="1137" y="20"/>
                  <a:pt x="1137" y="20"/>
                  <a:pt x="1137" y="20"/>
                </a:cubicBezTo>
                <a:cubicBezTo>
                  <a:pt x="1137" y="20"/>
                  <a:pt x="1136" y="20"/>
                  <a:pt x="1136" y="20"/>
                </a:cubicBezTo>
                <a:cubicBezTo>
                  <a:pt x="1136" y="20"/>
                  <a:pt x="1135" y="20"/>
                  <a:pt x="1135" y="20"/>
                </a:cubicBezTo>
                <a:cubicBezTo>
                  <a:pt x="1135" y="20"/>
                  <a:pt x="1134" y="19"/>
                  <a:pt x="1134" y="19"/>
                </a:cubicBezTo>
                <a:cubicBezTo>
                  <a:pt x="1134" y="19"/>
                  <a:pt x="1134" y="20"/>
                  <a:pt x="1133" y="20"/>
                </a:cubicBezTo>
                <a:cubicBezTo>
                  <a:pt x="1133" y="20"/>
                  <a:pt x="1132" y="19"/>
                  <a:pt x="1132" y="19"/>
                </a:cubicBezTo>
                <a:cubicBezTo>
                  <a:pt x="1131" y="19"/>
                  <a:pt x="1131" y="19"/>
                  <a:pt x="1131" y="19"/>
                </a:cubicBezTo>
                <a:cubicBezTo>
                  <a:pt x="1131" y="19"/>
                  <a:pt x="1130" y="19"/>
                  <a:pt x="1130" y="20"/>
                </a:cubicBezTo>
                <a:cubicBezTo>
                  <a:pt x="1130" y="20"/>
                  <a:pt x="1128" y="19"/>
                  <a:pt x="1127" y="20"/>
                </a:cubicBezTo>
                <a:cubicBezTo>
                  <a:pt x="1127" y="19"/>
                  <a:pt x="1127" y="19"/>
                  <a:pt x="1126" y="19"/>
                </a:cubicBezTo>
                <a:cubicBezTo>
                  <a:pt x="1126" y="19"/>
                  <a:pt x="1126" y="19"/>
                  <a:pt x="1126" y="19"/>
                </a:cubicBezTo>
                <a:cubicBezTo>
                  <a:pt x="1126" y="19"/>
                  <a:pt x="1126" y="19"/>
                  <a:pt x="1126" y="19"/>
                </a:cubicBezTo>
                <a:cubicBezTo>
                  <a:pt x="1122" y="19"/>
                  <a:pt x="1122" y="19"/>
                  <a:pt x="1122" y="19"/>
                </a:cubicBezTo>
                <a:cubicBezTo>
                  <a:pt x="1103" y="16"/>
                  <a:pt x="1103" y="16"/>
                  <a:pt x="1103" y="16"/>
                </a:cubicBezTo>
                <a:cubicBezTo>
                  <a:pt x="1098" y="15"/>
                  <a:pt x="1092" y="15"/>
                  <a:pt x="1087" y="14"/>
                </a:cubicBezTo>
                <a:cubicBezTo>
                  <a:pt x="1078" y="13"/>
                  <a:pt x="1067" y="12"/>
                  <a:pt x="1056" y="11"/>
                </a:cubicBezTo>
                <a:cubicBezTo>
                  <a:pt x="1037" y="9"/>
                  <a:pt x="1021" y="8"/>
                  <a:pt x="1005" y="7"/>
                </a:cubicBezTo>
                <a:cubicBezTo>
                  <a:pt x="981" y="5"/>
                  <a:pt x="964" y="4"/>
                  <a:pt x="944" y="3"/>
                </a:cubicBezTo>
                <a:cubicBezTo>
                  <a:pt x="920" y="2"/>
                  <a:pt x="920" y="2"/>
                  <a:pt x="920" y="2"/>
                </a:cubicBezTo>
                <a:cubicBezTo>
                  <a:pt x="898" y="2"/>
                  <a:pt x="898" y="2"/>
                  <a:pt x="898" y="2"/>
                </a:cubicBezTo>
                <a:cubicBezTo>
                  <a:pt x="875" y="1"/>
                  <a:pt x="875" y="1"/>
                  <a:pt x="875" y="1"/>
                </a:cubicBezTo>
                <a:cubicBezTo>
                  <a:pt x="860" y="1"/>
                  <a:pt x="860" y="1"/>
                  <a:pt x="860" y="1"/>
                </a:cubicBezTo>
                <a:cubicBezTo>
                  <a:pt x="844" y="0"/>
                  <a:pt x="844" y="0"/>
                  <a:pt x="844" y="0"/>
                </a:cubicBezTo>
                <a:cubicBezTo>
                  <a:pt x="824" y="0"/>
                  <a:pt x="824" y="0"/>
                  <a:pt x="824" y="0"/>
                </a:cubicBezTo>
                <a:cubicBezTo>
                  <a:pt x="800" y="0"/>
                  <a:pt x="773" y="0"/>
                  <a:pt x="750" y="1"/>
                </a:cubicBezTo>
                <a:cubicBezTo>
                  <a:pt x="708" y="1"/>
                  <a:pt x="671" y="2"/>
                  <a:pt x="622" y="4"/>
                </a:cubicBezTo>
                <a:cubicBezTo>
                  <a:pt x="587" y="6"/>
                  <a:pt x="587" y="6"/>
                  <a:pt x="587" y="6"/>
                </a:cubicBezTo>
                <a:cubicBezTo>
                  <a:pt x="584" y="6"/>
                  <a:pt x="584" y="6"/>
                  <a:pt x="580" y="6"/>
                </a:cubicBezTo>
                <a:cubicBezTo>
                  <a:pt x="554" y="7"/>
                  <a:pt x="527" y="10"/>
                  <a:pt x="500" y="11"/>
                </a:cubicBezTo>
                <a:cubicBezTo>
                  <a:pt x="497" y="12"/>
                  <a:pt x="497" y="12"/>
                  <a:pt x="497" y="12"/>
                </a:cubicBezTo>
                <a:cubicBezTo>
                  <a:pt x="460" y="14"/>
                  <a:pt x="414" y="19"/>
                  <a:pt x="385" y="23"/>
                </a:cubicBezTo>
                <a:cubicBezTo>
                  <a:pt x="363" y="25"/>
                  <a:pt x="337" y="29"/>
                  <a:pt x="309" y="33"/>
                </a:cubicBezTo>
                <a:cubicBezTo>
                  <a:pt x="297" y="35"/>
                  <a:pt x="284" y="37"/>
                  <a:pt x="272" y="39"/>
                </a:cubicBezTo>
                <a:cubicBezTo>
                  <a:pt x="249" y="44"/>
                  <a:pt x="218" y="50"/>
                  <a:pt x="196" y="55"/>
                </a:cubicBezTo>
                <a:cubicBezTo>
                  <a:pt x="176" y="60"/>
                  <a:pt x="176" y="60"/>
                  <a:pt x="176" y="60"/>
                </a:cubicBezTo>
                <a:cubicBezTo>
                  <a:pt x="164" y="63"/>
                  <a:pt x="152" y="66"/>
                  <a:pt x="139" y="69"/>
                </a:cubicBezTo>
                <a:cubicBezTo>
                  <a:pt x="115" y="76"/>
                  <a:pt x="89" y="84"/>
                  <a:pt x="65" y="94"/>
                </a:cubicBezTo>
                <a:cubicBezTo>
                  <a:pt x="53" y="99"/>
                  <a:pt x="41" y="104"/>
                  <a:pt x="30" y="111"/>
                </a:cubicBezTo>
                <a:cubicBezTo>
                  <a:pt x="25" y="114"/>
                  <a:pt x="19" y="118"/>
                  <a:pt x="15" y="122"/>
                </a:cubicBezTo>
                <a:cubicBezTo>
                  <a:pt x="10" y="127"/>
                  <a:pt x="5" y="131"/>
                  <a:pt x="2" y="138"/>
                </a:cubicBezTo>
                <a:cubicBezTo>
                  <a:pt x="1" y="142"/>
                  <a:pt x="0" y="146"/>
                  <a:pt x="0" y="151"/>
                </a:cubicBezTo>
                <a:cubicBezTo>
                  <a:pt x="0" y="155"/>
                  <a:pt x="1" y="159"/>
                  <a:pt x="3" y="163"/>
                </a:cubicBezTo>
                <a:cubicBezTo>
                  <a:pt x="4" y="165"/>
                  <a:pt x="6" y="166"/>
                  <a:pt x="7" y="168"/>
                </a:cubicBezTo>
                <a:cubicBezTo>
                  <a:pt x="8" y="169"/>
                  <a:pt x="10" y="171"/>
                  <a:pt x="11" y="172"/>
                </a:cubicBezTo>
                <a:cubicBezTo>
                  <a:pt x="14" y="175"/>
                  <a:pt x="17" y="177"/>
                  <a:pt x="21" y="179"/>
                </a:cubicBezTo>
                <a:cubicBezTo>
                  <a:pt x="33" y="186"/>
                  <a:pt x="45" y="190"/>
                  <a:pt x="58" y="193"/>
                </a:cubicBezTo>
                <a:cubicBezTo>
                  <a:pt x="70" y="197"/>
                  <a:pt x="83" y="200"/>
                  <a:pt x="95" y="202"/>
                </a:cubicBezTo>
                <a:cubicBezTo>
                  <a:pt x="101" y="203"/>
                  <a:pt x="108" y="204"/>
                  <a:pt x="113" y="205"/>
                </a:cubicBezTo>
                <a:cubicBezTo>
                  <a:pt x="128" y="208"/>
                  <a:pt x="142" y="210"/>
                  <a:pt x="158" y="212"/>
                </a:cubicBezTo>
                <a:cubicBezTo>
                  <a:pt x="197" y="217"/>
                  <a:pt x="236" y="220"/>
                  <a:pt x="272" y="223"/>
                </a:cubicBezTo>
                <a:cubicBezTo>
                  <a:pt x="318" y="226"/>
                  <a:pt x="386" y="230"/>
                  <a:pt x="440" y="232"/>
                </a:cubicBezTo>
                <a:cubicBezTo>
                  <a:pt x="452" y="232"/>
                  <a:pt x="464" y="233"/>
                  <a:pt x="476" y="233"/>
                </a:cubicBezTo>
                <a:cubicBezTo>
                  <a:pt x="515" y="234"/>
                  <a:pt x="564" y="235"/>
                  <a:pt x="605" y="236"/>
                </a:cubicBezTo>
                <a:cubicBezTo>
                  <a:pt x="690" y="237"/>
                  <a:pt x="777" y="235"/>
                  <a:pt x="863" y="231"/>
                </a:cubicBezTo>
                <a:cubicBezTo>
                  <a:pt x="906" y="229"/>
                  <a:pt x="950" y="227"/>
                  <a:pt x="992" y="223"/>
                </a:cubicBezTo>
                <a:cubicBezTo>
                  <a:pt x="1035" y="220"/>
                  <a:pt x="1078" y="216"/>
                  <a:pt x="1120" y="209"/>
                </a:cubicBezTo>
                <a:cubicBezTo>
                  <a:pt x="1133" y="207"/>
                  <a:pt x="1153" y="203"/>
                  <a:pt x="1164" y="200"/>
                </a:cubicBezTo>
                <a:cubicBezTo>
                  <a:pt x="1167" y="200"/>
                  <a:pt x="1174" y="198"/>
                  <a:pt x="1180" y="197"/>
                </a:cubicBezTo>
                <a:cubicBezTo>
                  <a:pt x="1201" y="191"/>
                  <a:pt x="1226" y="184"/>
                  <a:pt x="1252" y="176"/>
                </a:cubicBezTo>
                <a:cubicBezTo>
                  <a:pt x="1259" y="174"/>
                  <a:pt x="1274" y="167"/>
                  <a:pt x="1282" y="162"/>
                </a:cubicBezTo>
                <a:cubicBezTo>
                  <a:pt x="1286" y="160"/>
                  <a:pt x="1277" y="165"/>
                  <a:pt x="1284" y="161"/>
                </a:cubicBezTo>
                <a:cubicBezTo>
                  <a:pt x="1288" y="159"/>
                  <a:pt x="1294" y="155"/>
                  <a:pt x="1301" y="150"/>
                </a:cubicBezTo>
                <a:cubicBezTo>
                  <a:pt x="1304" y="148"/>
                  <a:pt x="1308" y="145"/>
                  <a:pt x="1311" y="141"/>
                </a:cubicBezTo>
                <a:cubicBezTo>
                  <a:pt x="1313" y="139"/>
                  <a:pt x="1315" y="137"/>
                  <a:pt x="1317" y="134"/>
                </a:cubicBezTo>
                <a:cubicBezTo>
                  <a:pt x="1317" y="133"/>
                  <a:pt x="1318" y="132"/>
                  <a:pt x="1319" y="130"/>
                </a:cubicBezTo>
                <a:cubicBezTo>
                  <a:pt x="1319" y="129"/>
                  <a:pt x="1319" y="128"/>
                  <a:pt x="1319" y="127"/>
                </a:cubicBezTo>
                <a:cubicBezTo>
                  <a:pt x="1319" y="126"/>
                  <a:pt x="1319" y="126"/>
                  <a:pt x="1319" y="126"/>
                </a:cubicBezTo>
                <a:close/>
                <a:moveTo>
                  <a:pt x="1104" y="52"/>
                </a:moveTo>
                <a:cubicBezTo>
                  <a:pt x="1102" y="51"/>
                  <a:pt x="1092" y="50"/>
                  <a:pt x="1091" y="50"/>
                </a:cubicBezTo>
                <a:cubicBezTo>
                  <a:pt x="1095" y="50"/>
                  <a:pt x="1103" y="52"/>
                  <a:pt x="1104" y="52"/>
                </a:cubicBezTo>
                <a:close/>
                <a:moveTo>
                  <a:pt x="985" y="52"/>
                </a:moveTo>
                <a:cubicBezTo>
                  <a:pt x="985" y="52"/>
                  <a:pt x="985" y="52"/>
                  <a:pt x="985" y="52"/>
                </a:cubicBezTo>
                <a:cubicBezTo>
                  <a:pt x="985" y="52"/>
                  <a:pt x="985" y="52"/>
                  <a:pt x="985" y="52"/>
                </a:cubicBezTo>
                <a:close/>
                <a:moveTo>
                  <a:pt x="689" y="44"/>
                </a:moveTo>
                <a:cubicBezTo>
                  <a:pt x="689" y="43"/>
                  <a:pt x="688" y="44"/>
                  <a:pt x="688" y="43"/>
                </a:cubicBezTo>
                <a:cubicBezTo>
                  <a:pt x="689" y="43"/>
                  <a:pt x="689" y="43"/>
                  <a:pt x="689" y="43"/>
                </a:cubicBezTo>
                <a:cubicBezTo>
                  <a:pt x="689" y="43"/>
                  <a:pt x="687" y="43"/>
                  <a:pt x="687" y="43"/>
                </a:cubicBezTo>
                <a:cubicBezTo>
                  <a:pt x="687" y="43"/>
                  <a:pt x="688" y="44"/>
                  <a:pt x="688" y="43"/>
                </a:cubicBezTo>
                <a:cubicBezTo>
                  <a:pt x="688" y="43"/>
                  <a:pt x="688" y="43"/>
                  <a:pt x="688" y="44"/>
                </a:cubicBezTo>
                <a:cubicBezTo>
                  <a:pt x="688" y="44"/>
                  <a:pt x="688" y="43"/>
                  <a:pt x="688" y="43"/>
                </a:cubicBezTo>
                <a:cubicBezTo>
                  <a:pt x="688" y="44"/>
                  <a:pt x="688" y="44"/>
                  <a:pt x="688" y="44"/>
                </a:cubicBezTo>
                <a:cubicBezTo>
                  <a:pt x="689" y="44"/>
                  <a:pt x="689" y="44"/>
                  <a:pt x="689" y="44"/>
                </a:cubicBezTo>
                <a:close/>
                <a:moveTo>
                  <a:pt x="1041" y="46"/>
                </a:moveTo>
                <a:cubicBezTo>
                  <a:pt x="1044" y="47"/>
                  <a:pt x="1051" y="47"/>
                  <a:pt x="1053" y="48"/>
                </a:cubicBezTo>
                <a:cubicBezTo>
                  <a:pt x="1049" y="47"/>
                  <a:pt x="1042" y="46"/>
                  <a:pt x="1041" y="46"/>
                </a:cubicBezTo>
                <a:close/>
                <a:moveTo>
                  <a:pt x="689" y="39"/>
                </a:moveTo>
                <a:cubicBezTo>
                  <a:pt x="689" y="39"/>
                  <a:pt x="688" y="39"/>
                  <a:pt x="688" y="39"/>
                </a:cubicBezTo>
                <a:cubicBezTo>
                  <a:pt x="689" y="39"/>
                  <a:pt x="689" y="39"/>
                  <a:pt x="689" y="39"/>
                </a:cubicBezTo>
                <a:close/>
                <a:moveTo>
                  <a:pt x="688" y="45"/>
                </a:moveTo>
                <a:cubicBezTo>
                  <a:pt x="688" y="45"/>
                  <a:pt x="688" y="45"/>
                  <a:pt x="687" y="45"/>
                </a:cubicBezTo>
                <a:cubicBezTo>
                  <a:pt x="688" y="45"/>
                  <a:pt x="688" y="45"/>
                  <a:pt x="688" y="45"/>
                </a:cubicBezTo>
                <a:close/>
                <a:moveTo>
                  <a:pt x="863" y="47"/>
                </a:moveTo>
                <a:cubicBezTo>
                  <a:pt x="849" y="46"/>
                  <a:pt x="839" y="46"/>
                  <a:pt x="830" y="46"/>
                </a:cubicBezTo>
                <a:cubicBezTo>
                  <a:pt x="838" y="46"/>
                  <a:pt x="848" y="46"/>
                  <a:pt x="853" y="47"/>
                </a:cubicBezTo>
                <a:cubicBezTo>
                  <a:pt x="855" y="46"/>
                  <a:pt x="860" y="47"/>
                  <a:pt x="863" y="47"/>
                </a:cubicBezTo>
                <a:close/>
                <a:moveTo>
                  <a:pt x="1279" y="100"/>
                </a:moveTo>
                <a:cubicBezTo>
                  <a:pt x="1276" y="98"/>
                  <a:pt x="1271" y="96"/>
                  <a:pt x="1270" y="96"/>
                </a:cubicBezTo>
                <a:cubicBezTo>
                  <a:pt x="1274" y="98"/>
                  <a:pt x="1277" y="99"/>
                  <a:pt x="1279" y="100"/>
                </a:cubicBezTo>
                <a:close/>
                <a:moveTo>
                  <a:pt x="688" y="39"/>
                </a:moveTo>
                <a:cubicBezTo>
                  <a:pt x="688" y="39"/>
                  <a:pt x="688" y="39"/>
                  <a:pt x="688" y="39"/>
                </a:cubicBezTo>
                <a:cubicBezTo>
                  <a:pt x="688" y="39"/>
                  <a:pt x="688" y="39"/>
                  <a:pt x="688" y="39"/>
                </a:cubicBezTo>
                <a:cubicBezTo>
                  <a:pt x="688" y="39"/>
                  <a:pt x="688" y="39"/>
                  <a:pt x="688" y="39"/>
                </a:cubicBezTo>
                <a:close/>
                <a:moveTo>
                  <a:pt x="688" y="46"/>
                </a:moveTo>
                <a:cubicBezTo>
                  <a:pt x="688" y="46"/>
                  <a:pt x="689" y="46"/>
                  <a:pt x="689" y="46"/>
                </a:cubicBezTo>
                <a:cubicBezTo>
                  <a:pt x="688" y="46"/>
                  <a:pt x="688" y="46"/>
                  <a:pt x="688" y="46"/>
                </a:cubicBezTo>
                <a:close/>
                <a:moveTo>
                  <a:pt x="769" y="37"/>
                </a:moveTo>
                <a:cubicBezTo>
                  <a:pt x="762" y="37"/>
                  <a:pt x="762" y="37"/>
                  <a:pt x="762" y="37"/>
                </a:cubicBezTo>
                <a:cubicBezTo>
                  <a:pt x="761" y="37"/>
                  <a:pt x="762" y="37"/>
                  <a:pt x="763" y="37"/>
                </a:cubicBezTo>
                <a:cubicBezTo>
                  <a:pt x="768" y="37"/>
                  <a:pt x="769" y="37"/>
                  <a:pt x="769" y="37"/>
                </a:cubicBezTo>
                <a:close/>
                <a:moveTo>
                  <a:pt x="923" y="41"/>
                </a:moveTo>
                <a:cubicBezTo>
                  <a:pt x="912" y="40"/>
                  <a:pt x="912" y="40"/>
                  <a:pt x="912" y="40"/>
                </a:cubicBezTo>
                <a:cubicBezTo>
                  <a:pt x="907" y="40"/>
                  <a:pt x="879" y="39"/>
                  <a:pt x="882" y="39"/>
                </a:cubicBezTo>
                <a:cubicBezTo>
                  <a:pt x="899" y="40"/>
                  <a:pt x="924" y="41"/>
                  <a:pt x="938" y="42"/>
                </a:cubicBezTo>
                <a:cubicBezTo>
                  <a:pt x="933" y="41"/>
                  <a:pt x="928" y="41"/>
                  <a:pt x="923" y="41"/>
                </a:cubicBezTo>
                <a:close/>
                <a:moveTo>
                  <a:pt x="926" y="46"/>
                </a:moveTo>
                <a:cubicBezTo>
                  <a:pt x="967" y="48"/>
                  <a:pt x="967" y="48"/>
                  <a:pt x="967" y="48"/>
                </a:cubicBezTo>
                <a:cubicBezTo>
                  <a:pt x="954" y="47"/>
                  <a:pt x="939" y="46"/>
                  <a:pt x="926" y="46"/>
                </a:cubicBezTo>
                <a:close/>
                <a:moveTo>
                  <a:pt x="683" y="48"/>
                </a:moveTo>
                <a:cubicBezTo>
                  <a:pt x="683" y="48"/>
                  <a:pt x="683" y="48"/>
                  <a:pt x="683" y="48"/>
                </a:cubicBezTo>
                <a:close/>
                <a:moveTo>
                  <a:pt x="985" y="52"/>
                </a:moveTo>
                <a:cubicBezTo>
                  <a:pt x="985" y="52"/>
                  <a:pt x="986" y="52"/>
                  <a:pt x="986" y="52"/>
                </a:cubicBezTo>
                <a:cubicBezTo>
                  <a:pt x="986" y="52"/>
                  <a:pt x="985" y="52"/>
                  <a:pt x="985" y="52"/>
                </a:cubicBezTo>
                <a:close/>
                <a:moveTo>
                  <a:pt x="687" y="40"/>
                </a:moveTo>
                <a:cubicBezTo>
                  <a:pt x="687" y="40"/>
                  <a:pt x="687" y="40"/>
                  <a:pt x="687" y="40"/>
                </a:cubicBezTo>
                <a:cubicBezTo>
                  <a:pt x="687" y="40"/>
                  <a:pt x="687" y="40"/>
                  <a:pt x="687" y="40"/>
                </a:cubicBezTo>
                <a:close/>
                <a:moveTo>
                  <a:pt x="687" y="41"/>
                </a:moveTo>
                <a:cubicBezTo>
                  <a:pt x="687" y="41"/>
                  <a:pt x="687" y="41"/>
                  <a:pt x="687" y="41"/>
                </a:cubicBezTo>
                <a:cubicBezTo>
                  <a:pt x="687" y="41"/>
                  <a:pt x="687" y="41"/>
                  <a:pt x="687" y="41"/>
                </a:cubicBezTo>
                <a:close/>
                <a:moveTo>
                  <a:pt x="689" y="38"/>
                </a:moveTo>
                <a:cubicBezTo>
                  <a:pt x="689" y="38"/>
                  <a:pt x="689" y="38"/>
                  <a:pt x="689" y="38"/>
                </a:cubicBezTo>
                <a:cubicBezTo>
                  <a:pt x="689" y="38"/>
                  <a:pt x="689" y="38"/>
                  <a:pt x="689" y="38"/>
                </a:cubicBezTo>
                <a:cubicBezTo>
                  <a:pt x="689" y="38"/>
                  <a:pt x="689" y="38"/>
                  <a:pt x="689" y="38"/>
                </a:cubicBezTo>
                <a:cubicBezTo>
                  <a:pt x="689" y="38"/>
                  <a:pt x="689" y="38"/>
                  <a:pt x="689" y="38"/>
                </a:cubicBezTo>
                <a:cubicBezTo>
                  <a:pt x="689" y="38"/>
                  <a:pt x="689" y="38"/>
                  <a:pt x="689" y="38"/>
                </a:cubicBezTo>
                <a:cubicBezTo>
                  <a:pt x="689" y="38"/>
                  <a:pt x="690" y="38"/>
                  <a:pt x="690" y="38"/>
                </a:cubicBezTo>
                <a:cubicBezTo>
                  <a:pt x="689" y="38"/>
                  <a:pt x="689" y="38"/>
                  <a:pt x="689" y="38"/>
                </a:cubicBezTo>
                <a:close/>
                <a:moveTo>
                  <a:pt x="689" y="45"/>
                </a:moveTo>
                <a:cubicBezTo>
                  <a:pt x="689" y="44"/>
                  <a:pt x="689" y="45"/>
                  <a:pt x="689" y="45"/>
                </a:cubicBezTo>
                <a:cubicBezTo>
                  <a:pt x="689" y="45"/>
                  <a:pt x="689" y="45"/>
                  <a:pt x="689" y="45"/>
                </a:cubicBezTo>
                <a:close/>
                <a:moveTo>
                  <a:pt x="688" y="39"/>
                </a:moveTo>
                <a:cubicBezTo>
                  <a:pt x="688" y="39"/>
                  <a:pt x="687" y="38"/>
                  <a:pt x="687" y="39"/>
                </a:cubicBezTo>
                <a:cubicBezTo>
                  <a:pt x="687" y="39"/>
                  <a:pt x="688" y="39"/>
                  <a:pt x="688" y="39"/>
                </a:cubicBezTo>
                <a:close/>
                <a:moveTo>
                  <a:pt x="688" y="41"/>
                </a:moveTo>
                <a:cubicBezTo>
                  <a:pt x="688" y="41"/>
                  <a:pt x="688" y="41"/>
                  <a:pt x="688" y="41"/>
                </a:cubicBezTo>
                <a:cubicBezTo>
                  <a:pt x="688" y="41"/>
                  <a:pt x="688" y="41"/>
                  <a:pt x="688" y="41"/>
                </a:cubicBezTo>
                <a:cubicBezTo>
                  <a:pt x="687" y="41"/>
                  <a:pt x="688" y="41"/>
                  <a:pt x="688" y="41"/>
                </a:cubicBezTo>
                <a:close/>
                <a:moveTo>
                  <a:pt x="699" y="40"/>
                </a:moveTo>
                <a:cubicBezTo>
                  <a:pt x="689" y="41"/>
                  <a:pt x="689" y="41"/>
                  <a:pt x="689" y="41"/>
                </a:cubicBezTo>
                <a:cubicBezTo>
                  <a:pt x="689" y="41"/>
                  <a:pt x="688" y="41"/>
                  <a:pt x="688" y="41"/>
                </a:cubicBezTo>
                <a:cubicBezTo>
                  <a:pt x="688" y="41"/>
                  <a:pt x="689" y="41"/>
                  <a:pt x="689" y="41"/>
                </a:cubicBezTo>
                <a:cubicBezTo>
                  <a:pt x="689" y="41"/>
                  <a:pt x="689" y="41"/>
                  <a:pt x="689" y="41"/>
                </a:cubicBezTo>
                <a:lnTo>
                  <a:pt x="699" y="40"/>
                </a:lnTo>
                <a:close/>
                <a:moveTo>
                  <a:pt x="688" y="41"/>
                </a:moveTo>
                <a:cubicBezTo>
                  <a:pt x="688" y="41"/>
                  <a:pt x="688" y="41"/>
                  <a:pt x="688" y="41"/>
                </a:cubicBezTo>
                <a:cubicBezTo>
                  <a:pt x="688" y="41"/>
                  <a:pt x="688" y="41"/>
                  <a:pt x="688" y="41"/>
                </a:cubicBezTo>
                <a:cubicBezTo>
                  <a:pt x="688" y="41"/>
                  <a:pt x="688" y="41"/>
                  <a:pt x="688" y="41"/>
                </a:cubicBezTo>
                <a:close/>
              </a:path>
            </a:pathLst>
          </a:custGeom>
          <a:solidFill>
            <a:srgbClr val="FF0000"/>
          </a:solidFill>
          <a:ln>
            <a:noFill/>
          </a:ln>
          <a:effectLst>
            <a:outerShdw blurRad="50800" dist="254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ru-RU"/>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down)">
                                      <p:cBhvr>
                                        <p:cTn id="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AutoShape 7"/>
          <p:cNvSpPr>
            <a:spLocks noChangeArrowheads="1"/>
          </p:cNvSpPr>
          <p:nvPr/>
        </p:nvSpPr>
        <p:spPr bwMode="auto">
          <a:xfrm>
            <a:off x="2689226" y="2883694"/>
            <a:ext cx="4168775" cy="2259806"/>
          </a:xfrm>
          <a:prstGeom prst="irregularSeal1">
            <a:avLst/>
          </a:prstGeom>
          <a:solidFill>
            <a:srgbClr val="FFFF66"/>
          </a:solidFill>
          <a:ln w="28575">
            <a:solidFill>
              <a:srgbClr val="CC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defRPr/>
            </a:pPr>
            <a:endParaRPr lang="en-US" kern="0" dirty="0">
              <a:solidFill>
                <a:sysClr val="windowText" lastClr="000000"/>
              </a:solidFill>
            </a:endParaRPr>
          </a:p>
        </p:txBody>
      </p:sp>
      <p:sp>
        <p:nvSpPr>
          <p:cNvPr id="23555"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a:solidFill>
                  <a:schemeClr val="tx1"/>
                </a:solidFill>
                <a:latin typeface="Verdana" pitchFamily="34" charset="0"/>
                <a:cs typeface="Arial" charset="0"/>
              </a:defRPr>
            </a:lvl1pPr>
            <a:lvl2pPr marL="742950" indent="-285750" eaLnBrk="0" hangingPunct="0">
              <a:defRPr sz="1000">
                <a:solidFill>
                  <a:schemeClr val="tx1"/>
                </a:solidFill>
                <a:latin typeface="Verdana" pitchFamily="34" charset="0"/>
                <a:cs typeface="Arial" charset="0"/>
              </a:defRPr>
            </a:lvl2pPr>
            <a:lvl3pPr marL="1143000" indent="-228600" eaLnBrk="0" hangingPunct="0">
              <a:defRPr sz="1000">
                <a:solidFill>
                  <a:schemeClr val="tx1"/>
                </a:solidFill>
                <a:latin typeface="Verdana" pitchFamily="34" charset="0"/>
                <a:cs typeface="Arial" charset="0"/>
              </a:defRPr>
            </a:lvl3pPr>
            <a:lvl4pPr marL="1600200" indent="-228600" eaLnBrk="0" hangingPunct="0">
              <a:defRPr sz="1000">
                <a:solidFill>
                  <a:schemeClr val="tx1"/>
                </a:solidFill>
                <a:latin typeface="Verdana" pitchFamily="34" charset="0"/>
                <a:cs typeface="Arial" charset="0"/>
              </a:defRPr>
            </a:lvl4pPr>
            <a:lvl5pPr marL="2057400" indent="-228600" eaLnBrk="0" hangingPunct="0">
              <a:defRPr sz="1000">
                <a:solidFill>
                  <a:schemeClr val="tx1"/>
                </a:solidFill>
                <a:latin typeface="Verdana" pitchFamily="34" charset="0"/>
                <a:cs typeface="Arial" charset="0"/>
              </a:defRPr>
            </a:lvl5pPr>
            <a:lvl6pPr marL="2514600" indent="-228600" eaLnBrk="0" fontAlgn="base" hangingPunct="0">
              <a:spcBef>
                <a:spcPct val="0"/>
              </a:spcBef>
              <a:spcAft>
                <a:spcPct val="0"/>
              </a:spcAft>
              <a:defRPr sz="1000">
                <a:solidFill>
                  <a:schemeClr val="tx1"/>
                </a:solidFill>
                <a:latin typeface="Verdana" pitchFamily="34" charset="0"/>
                <a:cs typeface="Arial" charset="0"/>
              </a:defRPr>
            </a:lvl6pPr>
            <a:lvl7pPr marL="2971800" indent="-228600" eaLnBrk="0" fontAlgn="base" hangingPunct="0">
              <a:spcBef>
                <a:spcPct val="0"/>
              </a:spcBef>
              <a:spcAft>
                <a:spcPct val="0"/>
              </a:spcAft>
              <a:defRPr sz="1000">
                <a:solidFill>
                  <a:schemeClr val="tx1"/>
                </a:solidFill>
                <a:latin typeface="Verdana" pitchFamily="34" charset="0"/>
                <a:cs typeface="Arial" charset="0"/>
              </a:defRPr>
            </a:lvl7pPr>
            <a:lvl8pPr marL="3429000" indent="-228600" eaLnBrk="0" fontAlgn="base" hangingPunct="0">
              <a:spcBef>
                <a:spcPct val="0"/>
              </a:spcBef>
              <a:spcAft>
                <a:spcPct val="0"/>
              </a:spcAft>
              <a:defRPr sz="1000">
                <a:solidFill>
                  <a:schemeClr val="tx1"/>
                </a:solidFill>
                <a:latin typeface="Verdana" pitchFamily="34" charset="0"/>
                <a:cs typeface="Arial" charset="0"/>
              </a:defRPr>
            </a:lvl8pPr>
            <a:lvl9pPr marL="3886200" indent="-228600" eaLnBrk="0" fontAlgn="base" hangingPunct="0">
              <a:spcBef>
                <a:spcPct val="0"/>
              </a:spcBef>
              <a:spcAft>
                <a:spcPct val="0"/>
              </a:spcAft>
              <a:defRPr sz="1000">
                <a:solidFill>
                  <a:schemeClr val="tx1"/>
                </a:solidFill>
                <a:latin typeface="Verdana" pitchFamily="34" charset="0"/>
                <a:cs typeface="Arial" charset="0"/>
              </a:defRPr>
            </a:lvl9pPr>
          </a:lstStyle>
          <a:p>
            <a:pPr eaLnBrk="1" hangingPunct="1"/>
            <a:fld id="{BAD7F2AA-8857-4B85-9E6A-F549DD3E540C}" type="slidenum">
              <a:rPr lang="en-US" altLang="ru-RU" sz="1200">
                <a:solidFill>
                  <a:srgbClr val="898989"/>
                </a:solidFill>
                <a:latin typeface="Arial" charset="0"/>
              </a:rPr>
              <a:pPr eaLnBrk="1" hangingPunct="1"/>
              <a:t>3</a:t>
            </a:fld>
            <a:endParaRPr lang="en-US" altLang="ru-RU" sz="1200">
              <a:solidFill>
                <a:srgbClr val="898989"/>
              </a:solidFill>
              <a:latin typeface="Arial" charset="0"/>
            </a:endParaRPr>
          </a:p>
        </p:txBody>
      </p:sp>
      <p:sp>
        <p:nvSpPr>
          <p:cNvPr id="17" name="Text Box 5"/>
          <p:cNvSpPr txBox="1">
            <a:spLocks noChangeArrowheads="1"/>
          </p:cNvSpPr>
          <p:nvPr/>
        </p:nvSpPr>
        <p:spPr bwMode="auto">
          <a:xfrm>
            <a:off x="511012" y="955089"/>
            <a:ext cx="301396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hangingPunct="0">
              <a:defRPr/>
            </a:pPr>
            <a:r>
              <a:rPr lang="ru-RU" sz="1600" b="1" kern="0" dirty="0">
                <a:solidFill>
                  <a:sysClr val="windowText" lastClr="000000"/>
                </a:solidFill>
                <a:latin typeface="Verdana"/>
              </a:rPr>
              <a:t>Ситуация на «сегодня»</a:t>
            </a:r>
            <a:endParaRPr lang="en-US" sz="1600" b="1" kern="0" dirty="0">
              <a:solidFill>
                <a:sysClr val="windowText" lastClr="000000"/>
              </a:solidFill>
              <a:latin typeface="Verdana"/>
            </a:endParaRPr>
          </a:p>
        </p:txBody>
      </p:sp>
      <p:sp>
        <p:nvSpPr>
          <p:cNvPr id="18" name="Text Box 6"/>
          <p:cNvSpPr txBox="1">
            <a:spLocks noChangeArrowheads="1"/>
          </p:cNvSpPr>
          <p:nvPr/>
        </p:nvSpPr>
        <p:spPr bwMode="auto">
          <a:xfrm>
            <a:off x="5870411" y="965804"/>
            <a:ext cx="239360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defPPr>
              <a:defRPr lang="nl-NL"/>
            </a:defPPr>
            <a:lvl1pPr eaLnBrk="0" hangingPunct="0">
              <a:defRPr sz="1600" b="1" kern="0">
                <a:solidFill>
                  <a:sysClr val="windowText" lastClr="000000"/>
                </a:solidFill>
                <a:latin typeface="Verdana"/>
              </a:defRPr>
            </a:lvl1pPr>
          </a:lstStyle>
          <a:p>
            <a:pPr>
              <a:defRPr/>
            </a:pPr>
            <a:r>
              <a:rPr lang="ru-RU" dirty="0"/>
              <a:t>Будущая ситуация</a:t>
            </a:r>
            <a:endParaRPr lang="en-US" dirty="0"/>
          </a:p>
        </p:txBody>
      </p:sp>
      <p:sp>
        <p:nvSpPr>
          <p:cNvPr id="19" name="AutoShape 9"/>
          <p:cNvSpPr>
            <a:spLocks noChangeArrowheads="1"/>
          </p:cNvSpPr>
          <p:nvPr/>
        </p:nvSpPr>
        <p:spPr bwMode="auto">
          <a:xfrm>
            <a:off x="6858001" y="3364914"/>
            <a:ext cx="783846" cy="731996"/>
          </a:xfrm>
          <a:custGeom>
            <a:avLst/>
            <a:gdLst>
              <a:gd name="G0" fmla="+- 9257 0 0"/>
              <a:gd name="G1" fmla="+- 18514 0 0"/>
              <a:gd name="G2" fmla="+- 7200 0 0"/>
              <a:gd name="G3" fmla="*/ 9257 1 2"/>
              <a:gd name="G4" fmla="+- G3 10800 0"/>
              <a:gd name="G5" fmla="+- 21600 9257 18514"/>
              <a:gd name="G6" fmla="+- 18514 7200 0"/>
              <a:gd name="G7" fmla="*/ G6 1 2"/>
              <a:gd name="G8" fmla="*/ 18514 2 1"/>
              <a:gd name="G9" fmla="+- G8 0 21600"/>
              <a:gd name="G10" fmla="*/ 21600 G0 G1"/>
              <a:gd name="G11" fmla="*/ 21600 G4 G1"/>
              <a:gd name="G12" fmla="*/ 21600 G5 G1"/>
              <a:gd name="G13" fmla="*/ 21600 G7 G1"/>
              <a:gd name="G14" fmla="*/ 18514 1 2"/>
              <a:gd name="G15" fmla="+- G5 0 G4"/>
              <a:gd name="G16" fmla="+- G0 0 G4"/>
              <a:gd name="G17" fmla="*/ G2 G15 G16"/>
              <a:gd name="T0" fmla="*/ 15429 w 21600"/>
              <a:gd name="T1" fmla="*/ 0 h 21600"/>
              <a:gd name="T2" fmla="*/ 9257 w 21600"/>
              <a:gd name="T3" fmla="*/ 7200 h 21600"/>
              <a:gd name="T4" fmla="*/ 0 w 21600"/>
              <a:gd name="T5" fmla="*/ 18001 h 21600"/>
              <a:gd name="T6" fmla="*/ 9257 w 21600"/>
              <a:gd name="T7" fmla="*/ 21600 h 21600"/>
              <a:gd name="T8" fmla="*/ 18514 w 21600"/>
              <a:gd name="T9" fmla="*/ 15000 h 21600"/>
              <a:gd name="T10" fmla="*/ 21600 w 21600"/>
              <a:gd name="T11" fmla="*/ 7200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close/>
              </a:path>
            </a:pathLst>
          </a:custGeom>
          <a:solidFill>
            <a:srgbClr val="003399"/>
          </a:solidFill>
          <a:ln w="9525">
            <a:solidFill>
              <a:sysClr val="windowText" lastClr="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nchor="ctr">
            <a:spAutoFit/>
          </a:bodyPr>
          <a:lstStyle/>
          <a:p>
            <a:pPr>
              <a:defRPr/>
            </a:pPr>
            <a:endParaRPr lang="en-US" kern="0" dirty="0">
              <a:solidFill>
                <a:sysClr val="windowText" lastClr="000000"/>
              </a:solidFill>
              <a:latin typeface="Verdana"/>
            </a:endParaRPr>
          </a:p>
        </p:txBody>
      </p:sp>
      <p:sp>
        <p:nvSpPr>
          <p:cNvPr id="20" name="AutoShape 10"/>
          <p:cNvSpPr>
            <a:spLocks noChangeArrowheads="1"/>
          </p:cNvSpPr>
          <p:nvPr/>
        </p:nvSpPr>
        <p:spPr bwMode="auto">
          <a:xfrm rot="5363168">
            <a:off x="1815736" y="3412627"/>
            <a:ext cx="627460" cy="760412"/>
          </a:xfrm>
          <a:custGeom>
            <a:avLst/>
            <a:gdLst>
              <a:gd name="G0" fmla="+- 9257 0 0"/>
              <a:gd name="G1" fmla="+- 18514 0 0"/>
              <a:gd name="G2" fmla="+- 7200 0 0"/>
              <a:gd name="G3" fmla="*/ 9257 1 2"/>
              <a:gd name="G4" fmla="+- G3 10800 0"/>
              <a:gd name="G5" fmla="+- 21600 9257 18514"/>
              <a:gd name="G6" fmla="+- 18514 7200 0"/>
              <a:gd name="G7" fmla="*/ G6 1 2"/>
              <a:gd name="G8" fmla="*/ 18514 2 1"/>
              <a:gd name="G9" fmla="+- G8 0 21600"/>
              <a:gd name="G10" fmla="*/ 21600 G0 G1"/>
              <a:gd name="G11" fmla="*/ 21600 G4 G1"/>
              <a:gd name="G12" fmla="*/ 21600 G5 G1"/>
              <a:gd name="G13" fmla="*/ 21600 G7 G1"/>
              <a:gd name="G14" fmla="*/ 18514 1 2"/>
              <a:gd name="G15" fmla="+- G5 0 G4"/>
              <a:gd name="G16" fmla="+- G0 0 G4"/>
              <a:gd name="G17" fmla="*/ G2 G15 G16"/>
              <a:gd name="T0" fmla="*/ 15429 w 21600"/>
              <a:gd name="T1" fmla="*/ 0 h 21600"/>
              <a:gd name="T2" fmla="*/ 9257 w 21600"/>
              <a:gd name="T3" fmla="*/ 7200 h 21600"/>
              <a:gd name="T4" fmla="*/ 0 w 21600"/>
              <a:gd name="T5" fmla="*/ 18001 h 21600"/>
              <a:gd name="T6" fmla="*/ 9257 w 21600"/>
              <a:gd name="T7" fmla="*/ 21600 h 21600"/>
              <a:gd name="T8" fmla="*/ 18514 w 21600"/>
              <a:gd name="T9" fmla="*/ 15000 h 21600"/>
              <a:gd name="T10" fmla="*/ 21600 w 21600"/>
              <a:gd name="T11" fmla="*/ 7200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close/>
              </a:path>
            </a:pathLst>
          </a:custGeom>
          <a:solidFill>
            <a:srgbClr val="003399"/>
          </a:solidFill>
          <a:ln w="9525">
            <a:solidFill>
              <a:sysClr val="windowText" lastClr="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p>
            <a:pPr>
              <a:defRPr/>
            </a:pPr>
            <a:endParaRPr lang="en-US" kern="0" dirty="0">
              <a:solidFill>
                <a:sysClr val="windowText" lastClr="000000"/>
              </a:solidFill>
              <a:latin typeface="Verdana"/>
            </a:endParaRPr>
          </a:p>
        </p:txBody>
      </p:sp>
      <p:sp>
        <p:nvSpPr>
          <p:cNvPr id="23560" name="Text Box 11"/>
          <p:cNvSpPr txBox="1">
            <a:spLocks noChangeArrowheads="1"/>
          </p:cNvSpPr>
          <p:nvPr/>
        </p:nvSpPr>
        <p:spPr bwMode="auto">
          <a:xfrm>
            <a:off x="340006" y="560195"/>
            <a:ext cx="3355975" cy="392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457200" eaLnBrk="0" hangingPunct="0">
              <a:defRPr sz="1000">
                <a:solidFill>
                  <a:schemeClr val="tx1"/>
                </a:solidFill>
                <a:latin typeface="Verdana" pitchFamily="34" charset="0"/>
                <a:cs typeface="Arial" charset="0"/>
              </a:defRPr>
            </a:lvl1pPr>
            <a:lvl2pPr marL="742950" indent="-285750" defTabSz="457200" eaLnBrk="0" hangingPunct="0">
              <a:defRPr sz="1000">
                <a:solidFill>
                  <a:schemeClr val="tx1"/>
                </a:solidFill>
                <a:latin typeface="Verdana" pitchFamily="34" charset="0"/>
                <a:cs typeface="Arial" charset="0"/>
              </a:defRPr>
            </a:lvl2pPr>
            <a:lvl3pPr marL="1143000" indent="-228600" defTabSz="457200" eaLnBrk="0" hangingPunct="0">
              <a:defRPr sz="1000">
                <a:solidFill>
                  <a:schemeClr val="tx1"/>
                </a:solidFill>
                <a:latin typeface="Verdana" pitchFamily="34" charset="0"/>
                <a:cs typeface="Arial" charset="0"/>
              </a:defRPr>
            </a:lvl3pPr>
            <a:lvl4pPr marL="1600200" indent="-228600" defTabSz="457200" eaLnBrk="0" hangingPunct="0">
              <a:defRPr sz="1000">
                <a:solidFill>
                  <a:schemeClr val="tx1"/>
                </a:solidFill>
                <a:latin typeface="Verdana" pitchFamily="34" charset="0"/>
                <a:cs typeface="Arial" charset="0"/>
              </a:defRPr>
            </a:lvl4pPr>
            <a:lvl5pPr marL="2057400" indent="-228600" defTabSz="457200" eaLnBrk="0" hangingPunct="0">
              <a:defRPr sz="1000">
                <a:solidFill>
                  <a:schemeClr val="tx1"/>
                </a:solidFill>
                <a:latin typeface="Verdana" pitchFamily="34" charset="0"/>
                <a:cs typeface="Arial" charset="0"/>
              </a:defRPr>
            </a:lvl5pPr>
            <a:lvl6pPr marL="2514600" indent="-228600" defTabSz="457200" eaLnBrk="0" fontAlgn="base" hangingPunct="0">
              <a:spcBef>
                <a:spcPct val="0"/>
              </a:spcBef>
              <a:spcAft>
                <a:spcPct val="0"/>
              </a:spcAft>
              <a:defRPr sz="1000">
                <a:solidFill>
                  <a:schemeClr val="tx1"/>
                </a:solidFill>
                <a:latin typeface="Verdana" pitchFamily="34" charset="0"/>
                <a:cs typeface="Arial" charset="0"/>
              </a:defRPr>
            </a:lvl6pPr>
            <a:lvl7pPr marL="2971800" indent="-228600" defTabSz="457200" eaLnBrk="0" fontAlgn="base" hangingPunct="0">
              <a:spcBef>
                <a:spcPct val="0"/>
              </a:spcBef>
              <a:spcAft>
                <a:spcPct val="0"/>
              </a:spcAft>
              <a:defRPr sz="1000">
                <a:solidFill>
                  <a:schemeClr val="tx1"/>
                </a:solidFill>
                <a:latin typeface="Verdana" pitchFamily="34" charset="0"/>
                <a:cs typeface="Arial" charset="0"/>
              </a:defRPr>
            </a:lvl7pPr>
            <a:lvl8pPr marL="3429000" indent="-228600" defTabSz="457200" eaLnBrk="0" fontAlgn="base" hangingPunct="0">
              <a:spcBef>
                <a:spcPct val="0"/>
              </a:spcBef>
              <a:spcAft>
                <a:spcPct val="0"/>
              </a:spcAft>
              <a:defRPr sz="1000">
                <a:solidFill>
                  <a:schemeClr val="tx1"/>
                </a:solidFill>
                <a:latin typeface="Verdana" pitchFamily="34" charset="0"/>
                <a:cs typeface="Arial" charset="0"/>
              </a:defRPr>
            </a:lvl8pPr>
            <a:lvl9pPr marL="3886200" indent="-228600" defTabSz="457200" eaLnBrk="0" fontAlgn="base" hangingPunct="0">
              <a:spcBef>
                <a:spcPct val="0"/>
              </a:spcBef>
              <a:spcAft>
                <a:spcPct val="0"/>
              </a:spcAft>
              <a:defRPr sz="1000">
                <a:solidFill>
                  <a:schemeClr val="tx1"/>
                </a:solidFill>
                <a:latin typeface="Verdana" pitchFamily="34" charset="0"/>
                <a:cs typeface="Arial" charset="0"/>
              </a:defRPr>
            </a:lvl9pPr>
          </a:lstStyle>
          <a:p>
            <a:pPr algn="ctr" eaLnBrk="1" hangingPunct="1"/>
            <a:r>
              <a:rPr lang="ru-RU" altLang="ru-RU" sz="2000" dirty="0">
                <a:solidFill>
                  <a:srgbClr val="D5001E"/>
                </a:solidFill>
              </a:rPr>
              <a:t>Как у нас сейчас</a:t>
            </a:r>
            <a:endParaRPr lang="pt-BR" altLang="ru-RU" sz="2000" dirty="0">
              <a:solidFill>
                <a:srgbClr val="D5001E"/>
              </a:solidFill>
            </a:endParaRPr>
          </a:p>
        </p:txBody>
      </p:sp>
      <p:sp>
        <p:nvSpPr>
          <p:cNvPr id="23561" name="Text Box 12"/>
          <p:cNvSpPr txBox="1">
            <a:spLocks noChangeArrowheads="1"/>
          </p:cNvSpPr>
          <p:nvPr/>
        </p:nvSpPr>
        <p:spPr bwMode="auto">
          <a:xfrm>
            <a:off x="4805198" y="622905"/>
            <a:ext cx="6535738" cy="392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457200" eaLnBrk="0" hangingPunct="0">
              <a:defRPr sz="1000">
                <a:solidFill>
                  <a:schemeClr val="tx1"/>
                </a:solidFill>
                <a:latin typeface="Verdana" pitchFamily="34" charset="0"/>
                <a:cs typeface="Arial" charset="0"/>
              </a:defRPr>
            </a:lvl1pPr>
            <a:lvl2pPr marL="742950" indent="-285750" defTabSz="457200" eaLnBrk="0" hangingPunct="0">
              <a:defRPr sz="1000">
                <a:solidFill>
                  <a:schemeClr val="tx1"/>
                </a:solidFill>
                <a:latin typeface="Verdana" pitchFamily="34" charset="0"/>
                <a:cs typeface="Arial" charset="0"/>
              </a:defRPr>
            </a:lvl2pPr>
            <a:lvl3pPr marL="1143000" indent="-228600" defTabSz="457200" eaLnBrk="0" hangingPunct="0">
              <a:defRPr sz="1000">
                <a:solidFill>
                  <a:schemeClr val="tx1"/>
                </a:solidFill>
                <a:latin typeface="Verdana" pitchFamily="34" charset="0"/>
                <a:cs typeface="Arial" charset="0"/>
              </a:defRPr>
            </a:lvl3pPr>
            <a:lvl4pPr marL="1600200" indent="-228600" defTabSz="457200" eaLnBrk="0" hangingPunct="0">
              <a:defRPr sz="1000">
                <a:solidFill>
                  <a:schemeClr val="tx1"/>
                </a:solidFill>
                <a:latin typeface="Verdana" pitchFamily="34" charset="0"/>
                <a:cs typeface="Arial" charset="0"/>
              </a:defRPr>
            </a:lvl4pPr>
            <a:lvl5pPr marL="2057400" indent="-228600" defTabSz="457200" eaLnBrk="0" hangingPunct="0">
              <a:defRPr sz="1000">
                <a:solidFill>
                  <a:schemeClr val="tx1"/>
                </a:solidFill>
                <a:latin typeface="Verdana" pitchFamily="34" charset="0"/>
                <a:cs typeface="Arial" charset="0"/>
              </a:defRPr>
            </a:lvl5pPr>
            <a:lvl6pPr marL="2514600" indent="-228600" defTabSz="457200" eaLnBrk="0" fontAlgn="base" hangingPunct="0">
              <a:spcBef>
                <a:spcPct val="0"/>
              </a:spcBef>
              <a:spcAft>
                <a:spcPct val="0"/>
              </a:spcAft>
              <a:defRPr sz="1000">
                <a:solidFill>
                  <a:schemeClr val="tx1"/>
                </a:solidFill>
                <a:latin typeface="Verdana" pitchFamily="34" charset="0"/>
                <a:cs typeface="Arial" charset="0"/>
              </a:defRPr>
            </a:lvl6pPr>
            <a:lvl7pPr marL="2971800" indent="-228600" defTabSz="457200" eaLnBrk="0" fontAlgn="base" hangingPunct="0">
              <a:spcBef>
                <a:spcPct val="0"/>
              </a:spcBef>
              <a:spcAft>
                <a:spcPct val="0"/>
              </a:spcAft>
              <a:defRPr sz="1000">
                <a:solidFill>
                  <a:schemeClr val="tx1"/>
                </a:solidFill>
                <a:latin typeface="Verdana" pitchFamily="34" charset="0"/>
                <a:cs typeface="Arial" charset="0"/>
              </a:defRPr>
            </a:lvl7pPr>
            <a:lvl8pPr marL="3429000" indent="-228600" defTabSz="457200" eaLnBrk="0" fontAlgn="base" hangingPunct="0">
              <a:spcBef>
                <a:spcPct val="0"/>
              </a:spcBef>
              <a:spcAft>
                <a:spcPct val="0"/>
              </a:spcAft>
              <a:defRPr sz="1000">
                <a:solidFill>
                  <a:schemeClr val="tx1"/>
                </a:solidFill>
                <a:latin typeface="Verdana" pitchFamily="34" charset="0"/>
                <a:cs typeface="Arial" charset="0"/>
              </a:defRPr>
            </a:lvl8pPr>
            <a:lvl9pPr marL="3886200" indent="-228600" defTabSz="457200" eaLnBrk="0" fontAlgn="base" hangingPunct="0">
              <a:spcBef>
                <a:spcPct val="0"/>
              </a:spcBef>
              <a:spcAft>
                <a:spcPct val="0"/>
              </a:spcAft>
              <a:defRPr sz="1000">
                <a:solidFill>
                  <a:schemeClr val="tx1"/>
                </a:solidFill>
                <a:latin typeface="Verdana" pitchFamily="34" charset="0"/>
                <a:cs typeface="Arial" charset="0"/>
              </a:defRPr>
            </a:lvl9pPr>
          </a:lstStyle>
          <a:p>
            <a:pPr eaLnBrk="1" hangingPunct="1"/>
            <a:r>
              <a:rPr lang="ru-RU" altLang="ru-RU" sz="2000" dirty="0">
                <a:solidFill>
                  <a:srgbClr val="D5001E"/>
                </a:solidFill>
              </a:rPr>
              <a:t>Как мы хотим/надо чтоб было</a:t>
            </a:r>
            <a:endParaRPr lang="pt-BR" altLang="ru-RU" sz="2000" dirty="0">
              <a:solidFill>
                <a:srgbClr val="D5001E"/>
              </a:solidFill>
            </a:endParaRPr>
          </a:p>
        </p:txBody>
      </p:sp>
      <p:pic>
        <p:nvPicPr>
          <p:cNvPr id="24" name="Picture 25"/>
          <p:cNvPicPr>
            <a:picLocks noChangeAspect="1" noChangeArrowheads="1"/>
          </p:cNvPicPr>
          <p:nvPr/>
        </p:nvPicPr>
        <p:blipFill>
          <a:blip r:embed="rId2"/>
          <a:srcRect/>
          <a:stretch>
            <a:fillRect/>
          </a:stretch>
        </p:blipFill>
        <p:spPr bwMode="auto">
          <a:xfrm>
            <a:off x="309398" y="1257508"/>
            <a:ext cx="3333750" cy="1900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25" name="Picture 26"/>
          <p:cNvPicPr>
            <a:picLocks noChangeAspect="1" noChangeArrowheads="1"/>
          </p:cNvPicPr>
          <p:nvPr/>
        </p:nvPicPr>
        <p:blipFill>
          <a:blip r:embed="rId3"/>
          <a:srcRect/>
          <a:stretch>
            <a:fillRect/>
          </a:stretch>
        </p:blipFill>
        <p:spPr bwMode="auto">
          <a:xfrm>
            <a:off x="5349711" y="1257508"/>
            <a:ext cx="3333750" cy="1900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26" name="Text Box 8"/>
          <p:cNvSpPr txBox="1">
            <a:spLocks noChangeArrowheads="1"/>
          </p:cNvSpPr>
          <p:nvPr/>
        </p:nvSpPr>
        <p:spPr bwMode="auto">
          <a:xfrm>
            <a:off x="2695258" y="3427544"/>
            <a:ext cx="3810000" cy="1138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0" hangingPunct="0">
              <a:defRPr/>
            </a:pPr>
            <a:r>
              <a:rPr lang="en-US" sz="2600" b="1" kern="0" dirty="0">
                <a:solidFill>
                  <a:srgbClr val="003399"/>
                </a:solidFill>
                <a:latin typeface="Verdana"/>
              </a:rPr>
              <a:t> </a:t>
            </a:r>
            <a:r>
              <a:rPr lang="ru-RU" sz="2600" b="1" kern="0" dirty="0">
                <a:solidFill>
                  <a:srgbClr val="003399"/>
                </a:solidFill>
                <a:latin typeface="Verdana"/>
              </a:rPr>
              <a:t>План действий</a:t>
            </a:r>
            <a:endParaRPr lang="en-US" sz="2600" b="1" kern="0" dirty="0">
              <a:solidFill>
                <a:srgbClr val="003399"/>
              </a:solidFill>
              <a:latin typeface="Verdana"/>
            </a:endParaRPr>
          </a:p>
          <a:p>
            <a:pPr algn="ctr" eaLnBrk="0" hangingPunct="0">
              <a:defRPr/>
            </a:pPr>
            <a:r>
              <a:rPr lang="en-US" sz="1400" b="1" kern="0" dirty="0">
                <a:solidFill>
                  <a:srgbClr val="003399"/>
                </a:solidFill>
                <a:latin typeface="Verdana"/>
              </a:rPr>
              <a:t>(Kaizen Events</a:t>
            </a:r>
          </a:p>
          <a:p>
            <a:pPr algn="ctr" eaLnBrk="0" hangingPunct="0">
              <a:defRPr/>
            </a:pPr>
            <a:r>
              <a:rPr lang="en-US" sz="1400" b="1" kern="0" dirty="0">
                <a:solidFill>
                  <a:srgbClr val="003399"/>
                </a:solidFill>
                <a:latin typeface="Verdana"/>
              </a:rPr>
              <a:t>and Improvement</a:t>
            </a:r>
          </a:p>
          <a:p>
            <a:pPr algn="ctr" eaLnBrk="0" hangingPunct="0">
              <a:defRPr/>
            </a:pPr>
            <a:r>
              <a:rPr lang="en-US" sz="1400" b="1" kern="0" dirty="0">
                <a:solidFill>
                  <a:srgbClr val="003399"/>
                </a:solidFill>
                <a:latin typeface="Verdana"/>
              </a:rPr>
              <a:t>Projects)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5"/>
          <p:cNvSpPr>
            <a:spLocks noGrp="1" noChangeArrowheads="1"/>
          </p:cNvSpPr>
          <p:nvPr>
            <p:ph type="title"/>
          </p:nvPr>
        </p:nvSpPr>
        <p:spPr>
          <a:xfrm>
            <a:off x="799669" y="162391"/>
            <a:ext cx="7232650" cy="857250"/>
          </a:xfrm>
        </p:spPr>
        <p:txBody>
          <a:bodyPr>
            <a:normAutofit fontScale="90000"/>
          </a:bodyPr>
          <a:lstStyle/>
          <a:p>
            <a:pPr>
              <a:defRPr/>
            </a:pPr>
            <a:r>
              <a:rPr lang="ru-RU" dirty="0">
                <a:solidFill>
                  <a:srgbClr val="C00000"/>
                </a:solidFill>
              </a:rPr>
              <a:t>Как Карты Процессов связаны с Описанием Бизнеса? </a:t>
            </a:r>
            <a:endParaRPr lang="en-US" dirty="0">
              <a:solidFill>
                <a:srgbClr val="C00000"/>
              </a:solidFill>
            </a:endParaRPr>
          </a:p>
        </p:txBody>
      </p:sp>
      <p:sp>
        <p:nvSpPr>
          <p:cNvPr id="24579" name="Rectangle 25"/>
          <p:cNvSpPr>
            <a:spLocks noGrp="1" noChangeArrowheads="1"/>
          </p:cNvSpPr>
          <p:nvPr>
            <p:ph idx="1"/>
          </p:nvPr>
        </p:nvSpPr>
        <p:spPr>
          <a:xfrm>
            <a:off x="167481" y="1088159"/>
            <a:ext cx="8928100" cy="1010840"/>
          </a:xfrm>
        </p:spPr>
        <p:txBody>
          <a:bodyPr/>
          <a:lstStyle/>
          <a:p>
            <a:pPr algn="just" eaLnBrk="1" hangingPunct="1">
              <a:buFontTx/>
              <a:buChar char="•"/>
            </a:pPr>
            <a:r>
              <a:rPr lang="ru-RU" altLang="ru-RU" sz="1800" dirty="0" smtClean="0">
                <a:solidFill>
                  <a:srgbClr val="002060"/>
                </a:solidFill>
              </a:rPr>
              <a:t>После создания Описания Бизнеса и определения критичного продукта  необходимо построить Карту пошаговых действий на критичный процесс</a:t>
            </a:r>
          </a:p>
          <a:p>
            <a:pPr algn="just" eaLnBrk="1" hangingPunct="1">
              <a:buFontTx/>
              <a:buChar char="•"/>
            </a:pPr>
            <a:r>
              <a:rPr lang="ru-RU" altLang="ru-RU" sz="1800" dirty="0" smtClean="0">
                <a:solidFill>
                  <a:srgbClr val="C00000"/>
                </a:solidFill>
              </a:rPr>
              <a:t>Критичный процесс </a:t>
            </a:r>
            <a:r>
              <a:rPr lang="ru-RU" altLang="ru-RU" sz="1800" dirty="0" smtClean="0">
                <a:solidFill>
                  <a:srgbClr val="002060"/>
                </a:solidFill>
              </a:rPr>
              <a:t>– это процесс, на выходе которого получается продукт, определенный в Описании Бизнеса, как критичный </a:t>
            </a:r>
          </a:p>
        </p:txBody>
      </p:sp>
      <p:grpSp>
        <p:nvGrpSpPr>
          <p:cNvPr id="24581" name="Group 7"/>
          <p:cNvGrpSpPr>
            <a:grpSpLocks noChangeAspect="1"/>
          </p:cNvGrpSpPr>
          <p:nvPr/>
        </p:nvGrpSpPr>
        <p:grpSpPr bwMode="auto">
          <a:xfrm>
            <a:off x="82859" y="2350342"/>
            <a:ext cx="5472809" cy="2243733"/>
            <a:chOff x="890" y="2101"/>
            <a:chExt cx="3688" cy="2016"/>
          </a:xfrm>
        </p:grpSpPr>
        <p:sp>
          <p:nvSpPr>
            <p:cNvPr id="24585" name="AutoShape 6"/>
            <p:cNvSpPr>
              <a:spLocks noChangeAspect="1" noChangeArrowheads="1" noTextEdit="1"/>
            </p:cNvSpPr>
            <p:nvPr/>
          </p:nvSpPr>
          <p:spPr bwMode="auto">
            <a:xfrm>
              <a:off x="890" y="2101"/>
              <a:ext cx="3688" cy="2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p>
          </p:txBody>
        </p:sp>
        <p:sp>
          <p:nvSpPr>
            <p:cNvPr id="24586" name="Rectangle 8"/>
            <p:cNvSpPr>
              <a:spLocks noChangeArrowheads="1"/>
            </p:cNvSpPr>
            <p:nvPr/>
          </p:nvSpPr>
          <p:spPr bwMode="auto">
            <a:xfrm>
              <a:off x="3219" y="2605"/>
              <a:ext cx="708" cy="1509"/>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sp>
          <p:nvSpPr>
            <p:cNvPr id="24587" name="Rectangle 9"/>
            <p:cNvSpPr>
              <a:spLocks noChangeArrowheads="1"/>
            </p:cNvSpPr>
            <p:nvPr/>
          </p:nvSpPr>
          <p:spPr bwMode="auto">
            <a:xfrm>
              <a:off x="3380" y="2435"/>
              <a:ext cx="348"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400" b="1">
                  <a:solidFill>
                    <a:srgbClr val="FF0000"/>
                  </a:solidFill>
                </a:rPr>
                <a:t>ENDS</a:t>
              </a:r>
              <a:endParaRPr lang="en-US" altLang="ru-RU" sz="1000">
                <a:solidFill>
                  <a:schemeClr val="tx1"/>
                </a:solidFill>
              </a:endParaRPr>
            </a:p>
          </p:txBody>
        </p:sp>
        <p:sp>
          <p:nvSpPr>
            <p:cNvPr id="24588" name="Rectangle 10"/>
            <p:cNvSpPr>
              <a:spLocks noChangeArrowheads="1"/>
            </p:cNvSpPr>
            <p:nvPr/>
          </p:nvSpPr>
          <p:spPr bwMode="auto">
            <a:xfrm>
              <a:off x="3733" y="2499"/>
              <a:ext cx="28"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400">
                  <a:solidFill>
                    <a:srgbClr val="000000"/>
                  </a:solidFill>
                  <a:latin typeface="Times New Roman" pitchFamily="18" charset="0"/>
                </a:rPr>
                <a:t> </a:t>
              </a:r>
              <a:endParaRPr lang="en-US" altLang="ru-RU" sz="1000">
                <a:solidFill>
                  <a:schemeClr val="tx1"/>
                </a:solidFill>
              </a:endParaRPr>
            </a:p>
          </p:txBody>
        </p:sp>
        <p:grpSp>
          <p:nvGrpSpPr>
            <p:cNvPr id="24589" name="Group 18"/>
            <p:cNvGrpSpPr>
              <a:grpSpLocks/>
            </p:cNvGrpSpPr>
            <p:nvPr/>
          </p:nvGrpSpPr>
          <p:grpSpPr bwMode="auto">
            <a:xfrm>
              <a:off x="3242" y="3236"/>
              <a:ext cx="598" cy="317"/>
              <a:chOff x="3242" y="3236"/>
              <a:chExt cx="598" cy="317"/>
            </a:xfrm>
          </p:grpSpPr>
          <p:sp>
            <p:nvSpPr>
              <p:cNvPr id="24734" name="Rectangle 11"/>
              <p:cNvSpPr>
                <a:spLocks noChangeArrowheads="1"/>
              </p:cNvSpPr>
              <p:nvPr/>
            </p:nvSpPr>
            <p:spPr bwMode="auto">
              <a:xfrm>
                <a:off x="3242" y="3236"/>
                <a:ext cx="598" cy="317"/>
              </a:xfrm>
              <a:prstGeom prst="rect">
                <a:avLst/>
              </a:prstGeom>
              <a:solidFill>
                <a:srgbClr val="FF02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grpSp>
            <p:nvGrpSpPr>
              <p:cNvPr id="24735" name="Group 15"/>
              <p:cNvGrpSpPr>
                <a:grpSpLocks/>
              </p:cNvGrpSpPr>
              <p:nvPr/>
            </p:nvGrpSpPr>
            <p:grpSpPr bwMode="auto">
              <a:xfrm>
                <a:off x="3246" y="3240"/>
                <a:ext cx="590" cy="309"/>
                <a:chOff x="3246" y="3240"/>
                <a:chExt cx="590" cy="309"/>
              </a:xfrm>
            </p:grpSpPr>
            <p:pic>
              <p:nvPicPr>
                <p:cNvPr id="24738"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1" y="3284"/>
                  <a:ext cx="96"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739" name="Freeform 13"/>
                <p:cNvSpPr>
                  <a:spLocks/>
                </p:cNvSpPr>
                <p:nvPr/>
              </p:nvSpPr>
              <p:spPr bwMode="auto">
                <a:xfrm>
                  <a:off x="3246" y="3240"/>
                  <a:ext cx="590" cy="309"/>
                </a:xfrm>
                <a:custGeom>
                  <a:avLst/>
                  <a:gdLst>
                    <a:gd name="T0" fmla="*/ 0 w 590"/>
                    <a:gd name="T1" fmla="*/ 309 h 309"/>
                    <a:gd name="T2" fmla="*/ 0 w 590"/>
                    <a:gd name="T3" fmla="*/ 0 h 309"/>
                    <a:gd name="T4" fmla="*/ 590 w 590"/>
                    <a:gd name="T5" fmla="*/ 0 h 309"/>
                    <a:gd name="T6" fmla="*/ 0 60000 65536"/>
                    <a:gd name="T7" fmla="*/ 0 60000 65536"/>
                    <a:gd name="T8" fmla="*/ 0 60000 65536"/>
                    <a:gd name="T9" fmla="*/ 0 w 590"/>
                    <a:gd name="T10" fmla="*/ 0 h 309"/>
                    <a:gd name="T11" fmla="*/ 590 w 590"/>
                    <a:gd name="T12" fmla="*/ 309 h 309"/>
                  </a:gdLst>
                  <a:ahLst/>
                  <a:cxnLst>
                    <a:cxn ang="T6">
                      <a:pos x="T0" y="T1"/>
                    </a:cxn>
                    <a:cxn ang="T7">
                      <a:pos x="T2" y="T3"/>
                    </a:cxn>
                    <a:cxn ang="T8">
                      <a:pos x="T4" y="T5"/>
                    </a:cxn>
                  </a:cxnLst>
                  <a:rect l="T9" t="T10" r="T11" b="T12"/>
                  <a:pathLst>
                    <a:path w="590" h="309">
                      <a:moveTo>
                        <a:pt x="0" y="309"/>
                      </a:moveTo>
                      <a:lnTo>
                        <a:pt x="0" y="0"/>
                      </a:lnTo>
                      <a:lnTo>
                        <a:pt x="590" y="0"/>
                      </a:lnTo>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ru-RU"/>
                </a:p>
              </p:txBody>
            </p:sp>
            <p:sp>
              <p:nvSpPr>
                <p:cNvPr id="24740" name="Freeform 14"/>
                <p:cNvSpPr>
                  <a:spLocks/>
                </p:cNvSpPr>
                <p:nvPr/>
              </p:nvSpPr>
              <p:spPr bwMode="auto">
                <a:xfrm>
                  <a:off x="3246" y="3240"/>
                  <a:ext cx="590" cy="309"/>
                </a:xfrm>
                <a:custGeom>
                  <a:avLst/>
                  <a:gdLst>
                    <a:gd name="T0" fmla="*/ 590 w 590"/>
                    <a:gd name="T1" fmla="*/ 0 h 309"/>
                    <a:gd name="T2" fmla="*/ 590 w 590"/>
                    <a:gd name="T3" fmla="*/ 309 h 309"/>
                    <a:gd name="T4" fmla="*/ 0 w 590"/>
                    <a:gd name="T5" fmla="*/ 309 h 309"/>
                    <a:gd name="T6" fmla="*/ 0 60000 65536"/>
                    <a:gd name="T7" fmla="*/ 0 60000 65536"/>
                    <a:gd name="T8" fmla="*/ 0 60000 65536"/>
                    <a:gd name="T9" fmla="*/ 0 w 590"/>
                    <a:gd name="T10" fmla="*/ 0 h 309"/>
                    <a:gd name="T11" fmla="*/ 590 w 590"/>
                    <a:gd name="T12" fmla="*/ 309 h 309"/>
                  </a:gdLst>
                  <a:ahLst/>
                  <a:cxnLst>
                    <a:cxn ang="T6">
                      <a:pos x="T0" y="T1"/>
                    </a:cxn>
                    <a:cxn ang="T7">
                      <a:pos x="T2" y="T3"/>
                    </a:cxn>
                    <a:cxn ang="T8">
                      <a:pos x="T4" y="T5"/>
                    </a:cxn>
                  </a:cxnLst>
                  <a:rect l="T9" t="T10" r="T11" b="T12"/>
                  <a:pathLst>
                    <a:path w="590" h="309">
                      <a:moveTo>
                        <a:pt x="590" y="0"/>
                      </a:moveTo>
                      <a:lnTo>
                        <a:pt x="590" y="309"/>
                      </a:lnTo>
                      <a:lnTo>
                        <a:pt x="0" y="309"/>
                      </a:lnTo>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ru-RU"/>
                </a:p>
              </p:txBody>
            </p:sp>
          </p:grpSp>
          <p:sp>
            <p:nvSpPr>
              <p:cNvPr id="24736" name="Rectangle 16"/>
              <p:cNvSpPr>
                <a:spLocks noChangeArrowheads="1"/>
              </p:cNvSpPr>
              <p:nvPr/>
            </p:nvSpPr>
            <p:spPr bwMode="auto">
              <a:xfrm>
                <a:off x="3242" y="3236"/>
                <a:ext cx="598" cy="317"/>
              </a:xfrm>
              <a:prstGeom prst="rect">
                <a:avLst/>
              </a:prstGeom>
              <a:solidFill>
                <a:srgbClr val="FF02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sp>
            <p:nvSpPr>
              <p:cNvPr id="24737" name="Rectangle 17"/>
              <p:cNvSpPr>
                <a:spLocks noChangeArrowheads="1"/>
              </p:cNvSpPr>
              <p:nvPr/>
            </p:nvSpPr>
            <p:spPr bwMode="auto">
              <a:xfrm>
                <a:off x="3242" y="3236"/>
                <a:ext cx="598" cy="317"/>
              </a:xfrm>
              <a:prstGeom prst="rect">
                <a:avLst/>
              </a:prstGeom>
              <a:noFill/>
              <a:ln w="7938"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grpSp>
        <p:sp>
          <p:nvSpPr>
            <p:cNvPr id="24590" name="Rectangle 19"/>
            <p:cNvSpPr>
              <a:spLocks noChangeArrowheads="1"/>
            </p:cNvSpPr>
            <p:nvPr/>
          </p:nvSpPr>
          <p:spPr bwMode="auto">
            <a:xfrm>
              <a:off x="3358" y="3295"/>
              <a:ext cx="393"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100">
                  <a:solidFill>
                    <a:srgbClr val="FFFFFF"/>
                  </a:solidFill>
                </a:rPr>
                <a:t>OUTPUT </a:t>
              </a:r>
              <a:endParaRPr lang="en-US" altLang="ru-RU" sz="1000">
                <a:solidFill>
                  <a:schemeClr val="tx1"/>
                </a:solidFill>
              </a:endParaRPr>
            </a:p>
          </p:txBody>
        </p:sp>
        <p:sp>
          <p:nvSpPr>
            <p:cNvPr id="24591" name="Rectangle 20"/>
            <p:cNvSpPr>
              <a:spLocks noChangeArrowheads="1"/>
            </p:cNvSpPr>
            <p:nvPr/>
          </p:nvSpPr>
          <p:spPr bwMode="auto">
            <a:xfrm>
              <a:off x="3737" y="3280"/>
              <a:ext cx="28"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400">
                  <a:solidFill>
                    <a:srgbClr val="000000"/>
                  </a:solidFill>
                  <a:latin typeface="Times New Roman" pitchFamily="18" charset="0"/>
                </a:rPr>
                <a:t> </a:t>
              </a:r>
              <a:endParaRPr lang="en-US" altLang="ru-RU" sz="1000">
                <a:solidFill>
                  <a:schemeClr val="tx1"/>
                </a:solidFill>
              </a:endParaRPr>
            </a:p>
          </p:txBody>
        </p:sp>
        <p:sp>
          <p:nvSpPr>
            <p:cNvPr id="24592" name="Rectangle 21"/>
            <p:cNvSpPr>
              <a:spLocks noChangeArrowheads="1"/>
            </p:cNvSpPr>
            <p:nvPr/>
          </p:nvSpPr>
          <p:spPr bwMode="auto">
            <a:xfrm>
              <a:off x="3257" y="3393"/>
              <a:ext cx="60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100">
                  <a:solidFill>
                    <a:srgbClr val="FFFFFF"/>
                  </a:solidFill>
                </a:rPr>
                <a:t>(PRODUCTS) </a:t>
              </a:r>
              <a:endParaRPr lang="en-US" altLang="ru-RU" sz="1000">
                <a:solidFill>
                  <a:schemeClr val="tx1"/>
                </a:solidFill>
              </a:endParaRPr>
            </a:p>
          </p:txBody>
        </p:sp>
        <p:sp>
          <p:nvSpPr>
            <p:cNvPr id="24593" name="Rectangle 22"/>
            <p:cNvSpPr>
              <a:spLocks noChangeArrowheads="1"/>
            </p:cNvSpPr>
            <p:nvPr/>
          </p:nvSpPr>
          <p:spPr bwMode="auto">
            <a:xfrm>
              <a:off x="3845" y="3378"/>
              <a:ext cx="28"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400">
                  <a:solidFill>
                    <a:srgbClr val="000000"/>
                  </a:solidFill>
                  <a:latin typeface="Times New Roman" pitchFamily="18" charset="0"/>
                </a:rPr>
                <a:t> </a:t>
              </a:r>
              <a:endParaRPr lang="en-US" altLang="ru-RU" sz="1000">
                <a:solidFill>
                  <a:schemeClr val="tx1"/>
                </a:solidFill>
              </a:endParaRPr>
            </a:p>
          </p:txBody>
        </p:sp>
        <p:grpSp>
          <p:nvGrpSpPr>
            <p:cNvPr id="24594" name="Group 30"/>
            <p:cNvGrpSpPr>
              <a:grpSpLocks/>
            </p:cNvGrpSpPr>
            <p:nvPr/>
          </p:nvGrpSpPr>
          <p:grpSpPr bwMode="auto">
            <a:xfrm>
              <a:off x="3945" y="3241"/>
              <a:ext cx="598" cy="317"/>
              <a:chOff x="3945" y="3241"/>
              <a:chExt cx="598" cy="317"/>
            </a:xfrm>
          </p:grpSpPr>
          <p:sp>
            <p:nvSpPr>
              <p:cNvPr id="24727" name="Rectangle 23"/>
              <p:cNvSpPr>
                <a:spLocks noChangeArrowheads="1"/>
              </p:cNvSpPr>
              <p:nvPr/>
            </p:nvSpPr>
            <p:spPr bwMode="auto">
              <a:xfrm>
                <a:off x="3945" y="3241"/>
                <a:ext cx="598" cy="317"/>
              </a:xfrm>
              <a:prstGeom prst="rect">
                <a:avLst/>
              </a:prstGeom>
              <a:solidFill>
                <a:srgbClr val="FF02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grpSp>
            <p:nvGrpSpPr>
              <p:cNvPr id="24728" name="Group 27"/>
              <p:cNvGrpSpPr>
                <a:grpSpLocks/>
              </p:cNvGrpSpPr>
              <p:nvPr/>
            </p:nvGrpSpPr>
            <p:grpSpPr bwMode="auto">
              <a:xfrm>
                <a:off x="3948" y="3244"/>
                <a:ext cx="592" cy="309"/>
                <a:chOff x="3948" y="3244"/>
                <a:chExt cx="592" cy="309"/>
              </a:xfrm>
            </p:grpSpPr>
            <p:pic>
              <p:nvPicPr>
                <p:cNvPr id="24731" name="Picture 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3" y="3289"/>
                  <a:ext cx="96"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732" name="Freeform 25"/>
                <p:cNvSpPr>
                  <a:spLocks/>
                </p:cNvSpPr>
                <p:nvPr/>
              </p:nvSpPr>
              <p:spPr bwMode="auto">
                <a:xfrm>
                  <a:off x="3948" y="3244"/>
                  <a:ext cx="592" cy="309"/>
                </a:xfrm>
                <a:custGeom>
                  <a:avLst/>
                  <a:gdLst>
                    <a:gd name="T0" fmla="*/ 0 w 592"/>
                    <a:gd name="T1" fmla="*/ 309 h 309"/>
                    <a:gd name="T2" fmla="*/ 0 w 592"/>
                    <a:gd name="T3" fmla="*/ 0 h 309"/>
                    <a:gd name="T4" fmla="*/ 592 w 592"/>
                    <a:gd name="T5" fmla="*/ 0 h 309"/>
                    <a:gd name="T6" fmla="*/ 0 60000 65536"/>
                    <a:gd name="T7" fmla="*/ 0 60000 65536"/>
                    <a:gd name="T8" fmla="*/ 0 60000 65536"/>
                    <a:gd name="T9" fmla="*/ 0 w 592"/>
                    <a:gd name="T10" fmla="*/ 0 h 309"/>
                    <a:gd name="T11" fmla="*/ 592 w 592"/>
                    <a:gd name="T12" fmla="*/ 309 h 309"/>
                  </a:gdLst>
                  <a:ahLst/>
                  <a:cxnLst>
                    <a:cxn ang="T6">
                      <a:pos x="T0" y="T1"/>
                    </a:cxn>
                    <a:cxn ang="T7">
                      <a:pos x="T2" y="T3"/>
                    </a:cxn>
                    <a:cxn ang="T8">
                      <a:pos x="T4" y="T5"/>
                    </a:cxn>
                  </a:cxnLst>
                  <a:rect l="T9" t="T10" r="T11" b="T12"/>
                  <a:pathLst>
                    <a:path w="592" h="309">
                      <a:moveTo>
                        <a:pt x="0" y="309"/>
                      </a:moveTo>
                      <a:lnTo>
                        <a:pt x="0" y="0"/>
                      </a:lnTo>
                      <a:lnTo>
                        <a:pt x="592" y="0"/>
                      </a:lnTo>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ru-RU"/>
                </a:p>
              </p:txBody>
            </p:sp>
            <p:sp>
              <p:nvSpPr>
                <p:cNvPr id="24733" name="Freeform 26"/>
                <p:cNvSpPr>
                  <a:spLocks/>
                </p:cNvSpPr>
                <p:nvPr/>
              </p:nvSpPr>
              <p:spPr bwMode="auto">
                <a:xfrm>
                  <a:off x="3948" y="3244"/>
                  <a:ext cx="592" cy="309"/>
                </a:xfrm>
                <a:custGeom>
                  <a:avLst/>
                  <a:gdLst>
                    <a:gd name="T0" fmla="*/ 592 w 592"/>
                    <a:gd name="T1" fmla="*/ 0 h 309"/>
                    <a:gd name="T2" fmla="*/ 592 w 592"/>
                    <a:gd name="T3" fmla="*/ 309 h 309"/>
                    <a:gd name="T4" fmla="*/ 0 w 592"/>
                    <a:gd name="T5" fmla="*/ 309 h 309"/>
                    <a:gd name="T6" fmla="*/ 0 60000 65536"/>
                    <a:gd name="T7" fmla="*/ 0 60000 65536"/>
                    <a:gd name="T8" fmla="*/ 0 60000 65536"/>
                    <a:gd name="T9" fmla="*/ 0 w 592"/>
                    <a:gd name="T10" fmla="*/ 0 h 309"/>
                    <a:gd name="T11" fmla="*/ 592 w 592"/>
                    <a:gd name="T12" fmla="*/ 309 h 309"/>
                  </a:gdLst>
                  <a:ahLst/>
                  <a:cxnLst>
                    <a:cxn ang="T6">
                      <a:pos x="T0" y="T1"/>
                    </a:cxn>
                    <a:cxn ang="T7">
                      <a:pos x="T2" y="T3"/>
                    </a:cxn>
                    <a:cxn ang="T8">
                      <a:pos x="T4" y="T5"/>
                    </a:cxn>
                  </a:cxnLst>
                  <a:rect l="T9" t="T10" r="T11" b="T12"/>
                  <a:pathLst>
                    <a:path w="592" h="309">
                      <a:moveTo>
                        <a:pt x="592" y="0"/>
                      </a:moveTo>
                      <a:lnTo>
                        <a:pt x="592" y="309"/>
                      </a:lnTo>
                      <a:lnTo>
                        <a:pt x="0" y="309"/>
                      </a:lnTo>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ru-RU"/>
                </a:p>
              </p:txBody>
            </p:sp>
          </p:grpSp>
          <p:sp>
            <p:nvSpPr>
              <p:cNvPr id="24729" name="Rectangle 28"/>
              <p:cNvSpPr>
                <a:spLocks noChangeArrowheads="1"/>
              </p:cNvSpPr>
              <p:nvPr/>
            </p:nvSpPr>
            <p:spPr bwMode="auto">
              <a:xfrm>
                <a:off x="3945" y="3241"/>
                <a:ext cx="598" cy="317"/>
              </a:xfrm>
              <a:prstGeom prst="rect">
                <a:avLst/>
              </a:prstGeom>
              <a:solidFill>
                <a:srgbClr val="FF02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sp>
            <p:nvSpPr>
              <p:cNvPr id="24730" name="Rectangle 29"/>
              <p:cNvSpPr>
                <a:spLocks noChangeArrowheads="1"/>
              </p:cNvSpPr>
              <p:nvPr/>
            </p:nvSpPr>
            <p:spPr bwMode="auto">
              <a:xfrm>
                <a:off x="3945" y="3241"/>
                <a:ext cx="598" cy="317"/>
              </a:xfrm>
              <a:prstGeom prst="rect">
                <a:avLst/>
              </a:prstGeom>
              <a:noFill/>
              <a:ln w="7938"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grpSp>
        <p:sp>
          <p:nvSpPr>
            <p:cNvPr id="24595" name="Rectangle 31"/>
            <p:cNvSpPr>
              <a:spLocks noChangeArrowheads="1"/>
            </p:cNvSpPr>
            <p:nvPr/>
          </p:nvSpPr>
          <p:spPr bwMode="auto">
            <a:xfrm>
              <a:off x="4048" y="3348"/>
              <a:ext cx="418"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100">
                  <a:solidFill>
                    <a:srgbClr val="FFFFFF"/>
                  </a:solidFill>
                </a:rPr>
                <a:t>CLIENTS </a:t>
              </a:r>
              <a:endParaRPr lang="en-US" altLang="ru-RU" sz="1000">
                <a:solidFill>
                  <a:schemeClr val="tx1"/>
                </a:solidFill>
              </a:endParaRPr>
            </a:p>
          </p:txBody>
        </p:sp>
        <p:sp>
          <p:nvSpPr>
            <p:cNvPr id="24596" name="Rectangle 32"/>
            <p:cNvSpPr>
              <a:spLocks noChangeArrowheads="1"/>
            </p:cNvSpPr>
            <p:nvPr/>
          </p:nvSpPr>
          <p:spPr bwMode="auto">
            <a:xfrm>
              <a:off x="4453" y="3333"/>
              <a:ext cx="28"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400">
                  <a:solidFill>
                    <a:srgbClr val="000000"/>
                  </a:solidFill>
                  <a:latin typeface="Times New Roman" pitchFamily="18" charset="0"/>
                </a:rPr>
                <a:t> </a:t>
              </a:r>
              <a:endParaRPr lang="en-US" altLang="ru-RU" sz="1000">
                <a:solidFill>
                  <a:schemeClr val="tx1"/>
                </a:solidFill>
              </a:endParaRPr>
            </a:p>
          </p:txBody>
        </p:sp>
        <p:grpSp>
          <p:nvGrpSpPr>
            <p:cNvPr id="24597" name="Group 35"/>
            <p:cNvGrpSpPr>
              <a:grpSpLocks/>
            </p:cNvGrpSpPr>
            <p:nvPr/>
          </p:nvGrpSpPr>
          <p:grpSpPr bwMode="auto">
            <a:xfrm>
              <a:off x="3837" y="3376"/>
              <a:ext cx="108" cy="35"/>
              <a:chOff x="3837" y="3376"/>
              <a:chExt cx="108" cy="35"/>
            </a:xfrm>
          </p:grpSpPr>
          <p:sp>
            <p:nvSpPr>
              <p:cNvPr id="24725" name="Freeform 33"/>
              <p:cNvSpPr>
                <a:spLocks noEditPoints="1"/>
              </p:cNvSpPr>
              <p:nvPr/>
            </p:nvSpPr>
            <p:spPr bwMode="auto">
              <a:xfrm>
                <a:off x="3837" y="3376"/>
                <a:ext cx="108" cy="35"/>
              </a:xfrm>
              <a:custGeom>
                <a:avLst/>
                <a:gdLst>
                  <a:gd name="T0" fmla="*/ 0 w 760"/>
                  <a:gd name="T1" fmla="*/ 0 h 250"/>
                  <a:gd name="T2" fmla="*/ 0 w 760"/>
                  <a:gd name="T3" fmla="*/ 0 h 250"/>
                  <a:gd name="T4" fmla="*/ 0 w 760"/>
                  <a:gd name="T5" fmla="*/ 0 h 250"/>
                  <a:gd name="T6" fmla="*/ 0 w 760"/>
                  <a:gd name="T7" fmla="*/ 0 h 250"/>
                  <a:gd name="T8" fmla="*/ 0 w 760"/>
                  <a:gd name="T9" fmla="*/ 0 h 250"/>
                  <a:gd name="T10" fmla="*/ 0 w 760"/>
                  <a:gd name="T11" fmla="*/ 0 h 250"/>
                  <a:gd name="T12" fmla="*/ 0 w 760"/>
                  <a:gd name="T13" fmla="*/ 0 h 250"/>
                  <a:gd name="T14" fmla="*/ 0 w 760"/>
                  <a:gd name="T15" fmla="*/ 0 h 250"/>
                  <a:gd name="T16" fmla="*/ 0 w 760"/>
                  <a:gd name="T17" fmla="*/ 0 h 250"/>
                  <a:gd name="T18" fmla="*/ 0 w 760"/>
                  <a:gd name="T19" fmla="*/ 0 h 250"/>
                  <a:gd name="T20" fmla="*/ 0 w 760"/>
                  <a:gd name="T21" fmla="*/ 0 h 2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60"/>
                  <a:gd name="T34" fmla="*/ 0 h 250"/>
                  <a:gd name="T35" fmla="*/ 760 w 760"/>
                  <a:gd name="T36" fmla="*/ 250 h 2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60" h="250">
                    <a:moveTo>
                      <a:pt x="21" y="105"/>
                    </a:moveTo>
                    <a:lnTo>
                      <a:pt x="552" y="105"/>
                    </a:lnTo>
                    <a:cubicBezTo>
                      <a:pt x="564" y="105"/>
                      <a:pt x="572" y="114"/>
                      <a:pt x="572" y="125"/>
                    </a:cubicBezTo>
                    <a:cubicBezTo>
                      <a:pt x="572" y="138"/>
                      <a:pt x="564" y="147"/>
                      <a:pt x="552" y="147"/>
                    </a:cubicBezTo>
                    <a:lnTo>
                      <a:pt x="21" y="147"/>
                    </a:lnTo>
                    <a:cubicBezTo>
                      <a:pt x="9" y="147"/>
                      <a:pt x="0" y="138"/>
                      <a:pt x="0" y="125"/>
                    </a:cubicBezTo>
                    <a:cubicBezTo>
                      <a:pt x="0" y="114"/>
                      <a:pt x="9" y="105"/>
                      <a:pt x="21" y="105"/>
                    </a:cubicBezTo>
                    <a:close/>
                    <a:moveTo>
                      <a:pt x="510" y="0"/>
                    </a:moveTo>
                    <a:lnTo>
                      <a:pt x="760" y="125"/>
                    </a:lnTo>
                    <a:lnTo>
                      <a:pt x="510" y="250"/>
                    </a:lnTo>
                    <a:lnTo>
                      <a:pt x="510" y="0"/>
                    </a:lnTo>
                    <a:close/>
                  </a:path>
                </a:pathLst>
              </a:custGeom>
              <a:solidFill>
                <a:srgbClr val="000000"/>
              </a:solidFill>
              <a:ln w="0">
                <a:solidFill>
                  <a:srgbClr val="000000"/>
                </a:solidFill>
                <a:prstDash val="solid"/>
                <a:round/>
                <a:headEnd/>
                <a:tailEnd/>
              </a:ln>
            </p:spPr>
            <p:txBody>
              <a:bodyPr/>
              <a:lstStyle/>
              <a:p>
                <a:endParaRPr lang="ru-RU"/>
              </a:p>
            </p:txBody>
          </p:sp>
          <p:sp>
            <p:nvSpPr>
              <p:cNvPr id="24726" name="Freeform 34"/>
              <p:cNvSpPr>
                <a:spLocks noEditPoints="1"/>
              </p:cNvSpPr>
              <p:nvPr/>
            </p:nvSpPr>
            <p:spPr bwMode="auto">
              <a:xfrm>
                <a:off x="3837" y="3376"/>
                <a:ext cx="108" cy="35"/>
              </a:xfrm>
              <a:custGeom>
                <a:avLst/>
                <a:gdLst>
                  <a:gd name="T0" fmla="*/ 0 w 760"/>
                  <a:gd name="T1" fmla="*/ 0 h 250"/>
                  <a:gd name="T2" fmla="*/ 0 w 760"/>
                  <a:gd name="T3" fmla="*/ 0 h 250"/>
                  <a:gd name="T4" fmla="*/ 0 w 760"/>
                  <a:gd name="T5" fmla="*/ 0 h 250"/>
                  <a:gd name="T6" fmla="*/ 0 w 760"/>
                  <a:gd name="T7" fmla="*/ 0 h 250"/>
                  <a:gd name="T8" fmla="*/ 0 w 760"/>
                  <a:gd name="T9" fmla="*/ 0 h 250"/>
                  <a:gd name="T10" fmla="*/ 0 w 760"/>
                  <a:gd name="T11" fmla="*/ 0 h 250"/>
                  <a:gd name="T12" fmla="*/ 0 w 760"/>
                  <a:gd name="T13" fmla="*/ 0 h 250"/>
                  <a:gd name="T14" fmla="*/ 0 w 760"/>
                  <a:gd name="T15" fmla="*/ 0 h 250"/>
                  <a:gd name="T16" fmla="*/ 0 w 760"/>
                  <a:gd name="T17" fmla="*/ 0 h 250"/>
                  <a:gd name="T18" fmla="*/ 0 w 760"/>
                  <a:gd name="T19" fmla="*/ 0 h 250"/>
                  <a:gd name="T20" fmla="*/ 0 w 760"/>
                  <a:gd name="T21" fmla="*/ 0 h 2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60"/>
                  <a:gd name="T34" fmla="*/ 0 h 250"/>
                  <a:gd name="T35" fmla="*/ 760 w 760"/>
                  <a:gd name="T36" fmla="*/ 250 h 2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60" h="250">
                    <a:moveTo>
                      <a:pt x="21" y="105"/>
                    </a:moveTo>
                    <a:lnTo>
                      <a:pt x="552" y="105"/>
                    </a:lnTo>
                    <a:cubicBezTo>
                      <a:pt x="564" y="105"/>
                      <a:pt x="572" y="114"/>
                      <a:pt x="572" y="125"/>
                    </a:cubicBezTo>
                    <a:cubicBezTo>
                      <a:pt x="572" y="138"/>
                      <a:pt x="564" y="147"/>
                      <a:pt x="552" y="147"/>
                    </a:cubicBezTo>
                    <a:lnTo>
                      <a:pt x="21" y="147"/>
                    </a:lnTo>
                    <a:cubicBezTo>
                      <a:pt x="9" y="147"/>
                      <a:pt x="0" y="138"/>
                      <a:pt x="0" y="125"/>
                    </a:cubicBezTo>
                    <a:cubicBezTo>
                      <a:pt x="0" y="114"/>
                      <a:pt x="9" y="105"/>
                      <a:pt x="21" y="105"/>
                    </a:cubicBezTo>
                    <a:close/>
                    <a:moveTo>
                      <a:pt x="510" y="0"/>
                    </a:moveTo>
                    <a:lnTo>
                      <a:pt x="760" y="125"/>
                    </a:lnTo>
                    <a:lnTo>
                      <a:pt x="510" y="250"/>
                    </a:lnTo>
                    <a:lnTo>
                      <a:pt x="510" y="0"/>
                    </a:lnTo>
                    <a:close/>
                  </a:path>
                </a:pathLst>
              </a:custGeom>
              <a:noFill/>
              <a:ln w="31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a:p>
            </p:txBody>
          </p:sp>
        </p:grpSp>
        <p:grpSp>
          <p:nvGrpSpPr>
            <p:cNvPr id="24598" name="Group 38"/>
            <p:cNvGrpSpPr>
              <a:grpSpLocks/>
            </p:cNvGrpSpPr>
            <p:nvPr/>
          </p:nvGrpSpPr>
          <p:grpSpPr bwMode="auto">
            <a:xfrm>
              <a:off x="3122" y="3371"/>
              <a:ext cx="108" cy="35"/>
              <a:chOff x="3122" y="3371"/>
              <a:chExt cx="108" cy="35"/>
            </a:xfrm>
          </p:grpSpPr>
          <p:sp>
            <p:nvSpPr>
              <p:cNvPr id="24723" name="Freeform 36"/>
              <p:cNvSpPr>
                <a:spLocks noEditPoints="1"/>
              </p:cNvSpPr>
              <p:nvPr/>
            </p:nvSpPr>
            <p:spPr bwMode="auto">
              <a:xfrm>
                <a:off x="3122" y="3371"/>
                <a:ext cx="108" cy="35"/>
              </a:xfrm>
              <a:custGeom>
                <a:avLst/>
                <a:gdLst>
                  <a:gd name="T0" fmla="*/ 0 w 756"/>
                  <a:gd name="T1" fmla="*/ 0 h 253"/>
                  <a:gd name="T2" fmla="*/ 0 w 756"/>
                  <a:gd name="T3" fmla="*/ 0 h 253"/>
                  <a:gd name="T4" fmla="*/ 0 w 756"/>
                  <a:gd name="T5" fmla="*/ 0 h 253"/>
                  <a:gd name="T6" fmla="*/ 0 w 756"/>
                  <a:gd name="T7" fmla="*/ 0 h 253"/>
                  <a:gd name="T8" fmla="*/ 0 w 756"/>
                  <a:gd name="T9" fmla="*/ 0 h 253"/>
                  <a:gd name="T10" fmla="*/ 0 w 756"/>
                  <a:gd name="T11" fmla="*/ 0 h 253"/>
                  <a:gd name="T12" fmla="*/ 0 w 756"/>
                  <a:gd name="T13" fmla="*/ 0 h 253"/>
                  <a:gd name="T14" fmla="*/ 0 w 756"/>
                  <a:gd name="T15" fmla="*/ 0 h 253"/>
                  <a:gd name="T16" fmla="*/ 0 w 756"/>
                  <a:gd name="T17" fmla="*/ 0 h 253"/>
                  <a:gd name="T18" fmla="*/ 0 w 756"/>
                  <a:gd name="T19" fmla="*/ 0 h 253"/>
                  <a:gd name="T20" fmla="*/ 0 w 756"/>
                  <a:gd name="T21" fmla="*/ 0 h 25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56"/>
                  <a:gd name="T34" fmla="*/ 0 h 253"/>
                  <a:gd name="T35" fmla="*/ 756 w 756"/>
                  <a:gd name="T36" fmla="*/ 253 h 25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56" h="253">
                    <a:moveTo>
                      <a:pt x="21" y="106"/>
                    </a:moveTo>
                    <a:lnTo>
                      <a:pt x="547" y="106"/>
                    </a:lnTo>
                    <a:cubicBezTo>
                      <a:pt x="559" y="106"/>
                      <a:pt x="569" y="115"/>
                      <a:pt x="569" y="126"/>
                    </a:cubicBezTo>
                    <a:cubicBezTo>
                      <a:pt x="569" y="139"/>
                      <a:pt x="559" y="147"/>
                      <a:pt x="547" y="147"/>
                    </a:cubicBezTo>
                    <a:lnTo>
                      <a:pt x="21" y="147"/>
                    </a:lnTo>
                    <a:cubicBezTo>
                      <a:pt x="9" y="147"/>
                      <a:pt x="0" y="139"/>
                      <a:pt x="0" y="126"/>
                    </a:cubicBezTo>
                    <a:cubicBezTo>
                      <a:pt x="0" y="115"/>
                      <a:pt x="9" y="106"/>
                      <a:pt x="21" y="106"/>
                    </a:cubicBezTo>
                    <a:close/>
                    <a:moveTo>
                      <a:pt x="506" y="0"/>
                    </a:moveTo>
                    <a:lnTo>
                      <a:pt x="756" y="126"/>
                    </a:lnTo>
                    <a:lnTo>
                      <a:pt x="506" y="253"/>
                    </a:lnTo>
                    <a:lnTo>
                      <a:pt x="506" y="0"/>
                    </a:lnTo>
                    <a:close/>
                  </a:path>
                </a:pathLst>
              </a:custGeom>
              <a:solidFill>
                <a:srgbClr val="000000"/>
              </a:solidFill>
              <a:ln w="0">
                <a:solidFill>
                  <a:srgbClr val="000000"/>
                </a:solidFill>
                <a:prstDash val="solid"/>
                <a:round/>
                <a:headEnd/>
                <a:tailEnd/>
              </a:ln>
            </p:spPr>
            <p:txBody>
              <a:bodyPr/>
              <a:lstStyle/>
              <a:p>
                <a:endParaRPr lang="ru-RU"/>
              </a:p>
            </p:txBody>
          </p:sp>
          <p:sp>
            <p:nvSpPr>
              <p:cNvPr id="24724" name="Freeform 37"/>
              <p:cNvSpPr>
                <a:spLocks noEditPoints="1"/>
              </p:cNvSpPr>
              <p:nvPr/>
            </p:nvSpPr>
            <p:spPr bwMode="auto">
              <a:xfrm>
                <a:off x="3122" y="3371"/>
                <a:ext cx="108" cy="35"/>
              </a:xfrm>
              <a:custGeom>
                <a:avLst/>
                <a:gdLst>
                  <a:gd name="T0" fmla="*/ 0 w 756"/>
                  <a:gd name="T1" fmla="*/ 0 h 253"/>
                  <a:gd name="T2" fmla="*/ 0 w 756"/>
                  <a:gd name="T3" fmla="*/ 0 h 253"/>
                  <a:gd name="T4" fmla="*/ 0 w 756"/>
                  <a:gd name="T5" fmla="*/ 0 h 253"/>
                  <a:gd name="T6" fmla="*/ 0 w 756"/>
                  <a:gd name="T7" fmla="*/ 0 h 253"/>
                  <a:gd name="T8" fmla="*/ 0 w 756"/>
                  <a:gd name="T9" fmla="*/ 0 h 253"/>
                  <a:gd name="T10" fmla="*/ 0 w 756"/>
                  <a:gd name="T11" fmla="*/ 0 h 253"/>
                  <a:gd name="T12" fmla="*/ 0 w 756"/>
                  <a:gd name="T13" fmla="*/ 0 h 253"/>
                  <a:gd name="T14" fmla="*/ 0 w 756"/>
                  <a:gd name="T15" fmla="*/ 0 h 253"/>
                  <a:gd name="T16" fmla="*/ 0 w 756"/>
                  <a:gd name="T17" fmla="*/ 0 h 253"/>
                  <a:gd name="T18" fmla="*/ 0 w 756"/>
                  <a:gd name="T19" fmla="*/ 0 h 253"/>
                  <a:gd name="T20" fmla="*/ 0 w 756"/>
                  <a:gd name="T21" fmla="*/ 0 h 25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56"/>
                  <a:gd name="T34" fmla="*/ 0 h 253"/>
                  <a:gd name="T35" fmla="*/ 756 w 756"/>
                  <a:gd name="T36" fmla="*/ 253 h 25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56" h="253">
                    <a:moveTo>
                      <a:pt x="21" y="106"/>
                    </a:moveTo>
                    <a:lnTo>
                      <a:pt x="547" y="106"/>
                    </a:lnTo>
                    <a:cubicBezTo>
                      <a:pt x="559" y="106"/>
                      <a:pt x="569" y="115"/>
                      <a:pt x="569" y="126"/>
                    </a:cubicBezTo>
                    <a:cubicBezTo>
                      <a:pt x="569" y="139"/>
                      <a:pt x="559" y="147"/>
                      <a:pt x="547" y="147"/>
                    </a:cubicBezTo>
                    <a:lnTo>
                      <a:pt x="21" y="147"/>
                    </a:lnTo>
                    <a:cubicBezTo>
                      <a:pt x="9" y="147"/>
                      <a:pt x="0" y="139"/>
                      <a:pt x="0" y="126"/>
                    </a:cubicBezTo>
                    <a:cubicBezTo>
                      <a:pt x="0" y="115"/>
                      <a:pt x="9" y="106"/>
                      <a:pt x="21" y="106"/>
                    </a:cubicBezTo>
                    <a:close/>
                    <a:moveTo>
                      <a:pt x="506" y="0"/>
                    </a:moveTo>
                    <a:lnTo>
                      <a:pt x="756" y="126"/>
                    </a:lnTo>
                    <a:lnTo>
                      <a:pt x="506" y="253"/>
                    </a:lnTo>
                    <a:lnTo>
                      <a:pt x="506" y="0"/>
                    </a:lnTo>
                    <a:close/>
                  </a:path>
                </a:pathLst>
              </a:custGeom>
              <a:noFill/>
              <a:ln w="31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a:p>
            </p:txBody>
          </p:sp>
        </p:grpSp>
        <p:sp>
          <p:nvSpPr>
            <p:cNvPr id="24599" name="Rectangle 39"/>
            <p:cNvSpPr>
              <a:spLocks noChangeArrowheads="1"/>
            </p:cNvSpPr>
            <p:nvPr/>
          </p:nvSpPr>
          <p:spPr bwMode="auto">
            <a:xfrm>
              <a:off x="1547" y="2599"/>
              <a:ext cx="1569" cy="1508"/>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sp>
          <p:nvSpPr>
            <p:cNvPr id="24600" name="Rectangle 40"/>
            <p:cNvSpPr>
              <a:spLocks noChangeArrowheads="1"/>
            </p:cNvSpPr>
            <p:nvPr/>
          </p:nvSpPr>
          <p:spPr bwMode="auto">
            <a:xfrm>
              <a:off x="2109" y="2477"/>
              <a:ext cx="449"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400" b="1">
                  <a:solidFill>
                    <a:srgbClr val="FF0000"/>
                  </a:solidFill>
                </a:rPr>
                <a:t>MEANS</a:t>
              </a:r>
              <a:endParaRPr lang="en-US" altLang="ru-RU" sz="1000">
                <a:solidFill>
                  <a:schemeClr val="tx1"/>
                </a:solidFill>
              </a:endParaRPr>
            </a:p>
          </p:txBody>
        </p:sp>
        <p:sp>
          <p:nvSpPr>
            <p:cNvPr id="24601" name="Rectangle 41"/>
            <p:cNvSpPr>
              <a:spLocks noChangeArrowheads="1"/>
            </p:cNvSpPr>
            <p:nvPr/>
          </p:nvSpPr>
          <p:spPr bwMode="auto">
            <a:xfrm>
              <a:off x="2562" y="2488"/>
              <a:ext cx="28"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400">
                  <a:solidFill>
                    <a:srgbClr val="000000"/>
                  </a:solidFill>
                  <a:latin typeface="Times New Roman" pitchFamily="18" charset="0"/>
                </a:rPr>
                <a:t> </a:t>
              </a:r>
              <a:endParaRPr lang="en-US" altLang="ru-RU" sz="1000">
                <a:solidFill>
                  <a:schemeClr val="tx1"/>
                </a:solidFill>
              </a:endParaRPr>
            </a:p>
          </p:txBody>
        </p:sp>
        <p:grpSp>
          <p:nvGrpSpPr>
            <p:cNvPr id="24602" name="Group 49"/>
            <p:cNvGrpSpPr>
              <a:grpSpLocks/>
            </p:cNvGrpSpPr>
            <p:nvPr/>
          </p:nvGrpSpPr>
          <p:grpSpPr bwMode="auto">
            <a:xfrm>
              <a:off x="2307" y="2881"/>
              <a:ext cx="774" cy="1014"/>
              <a:chOff x="2307" y="2881"/>
              <a:chExt cx="774" cy="1014"/>
            </a:xfrm>
          </p:grpSpPr>
          <p:sp>
            <p:nvSpPr>
              <p:cNvPr id="24716" name="Rectangle 42"/>
              <p:cNvSpPr>
                <a:spLocks noChangeArrowheads="1"/>
              </p:cNvSpPr>
              <p:nvPr/>
            </p:nvSpPr>
            <p:spPr bwMode="auto">
              <a:xfrm>
                <a:off x="2307" y="2881"/>
                <a:ext cx="774" cy="1014"/>
              </a:xfrm>
              <a:prstGeom prst="rect">
                <a:avLst/>
              </a:prstGeom>
              <a:solidFill>
                <a:srgbClr val="FF02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grpSp>
            <p:nvGrpSpPr>
              <p:cNvPr id="24717" name="Group 46"/>
              <p:cNvGrpSpPr>
                <a:grpSpLocks/>
              </p:cNvGrpSpPr>
              <p:nvPr/>
            </p:nvGrpSpPr>
            <p:grpSpPr bwMode="auto">
              <a:xfrm>
                <a:off x="2310" y="2884"/>
                <a:ext cx="766" cy="1008"/>
                <a:chOff x="2310" y="2884"/>
                <a:chExt cx="766" cy="1008"/>
              </a:xfrm>
            </p:grpSpPr>
            <p:pic>
              <p:nvPicPr>
                <p:cNvPr id="24720" name="Picture 4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6" y="2928"/>
                  <a:ext cx="96"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721" name="Freeform 44"/>
                <p:cNvSpPr>
                  <a:spLocks/>
                </p:cNvSpPr>
                <p:nvPr/>
              </p:nvSpPr>
              <p:spPr bwMode="auto">
                <a:xfrm>
                  <a:off x="2310" y="2884"/>
                  <a:ext cx="766" cy="1008"/>
                </a:xfrm>
                <a:custGeom>
                  <a:avLst/>
                  <a:gdLst>
                    <a:gd name="T0" fmla="*/ 0 w 766"/>
                    <a:gd name="T1" fmla="*/ 1008 h 1008"/>
                    <a:gd name="T2" fmla="*/ 0 w 766"/>
                    <a:gd name="T3" fmla="*/ 0 h 1008"/>
                    <a:gd name="T4" fmla="*/ 766 w 766"/>
                    <a:gd name="T5" fmla="*/ 0 h 1008"/>
                    <a:gd name="T6" fmla="*/ 0 60000 65536"/>
                    <a:gd name="T7" fmla="*/ 0 60000 65536"/>
                    <a:gd name="T8" fmla="*/ 0 60000 65536"/>
                    <a:gd name="T9" fmla="*/ 0 w 766"/>
                    <a:gd name="T10" fmla="*/ 0 h 1008"/>
                    <a:gd name="T11" fmla="*/ 766 w 766"/>
                    <a:gd name="T12" fmla="*/ 1008 h 1008"/>
                  </a:gdLst>
                  <a:ahLst/>
                  <a:cxnLst>
                    <a:cxn ang="T6">
                      <a:pos x="T0" y="T1"/>
                    </a:cxn>
                    <a:cxn ang="T7">
                      <a:pos x="T2" y="T3"/>
                    </a:cxn>
                    <a:cxn ang="T8">
                      <a:pos x="T4" y="T5"/>
                    </a:cxn>
                  </a:cxnLst>
                  <a:rect l="T9" t="T10" r="T11" b="T12"/>
                  <a:pathLst>
                    <a:path w="766" h="1008">
                      <a:moveTo>
                        <a:pt x="0" y="1008"/>
                      </a:moveTo>
                      <a:lnTo>
                        <a:pt x="0" y="0"/>
                      </a:lnTo>
                      <a:lnTo>
                        <a:pt x="766" y="0"/>
                      </a:lnTo>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ru-RU"/>
                </a:p>
              </p:txBody>
            </p:sp>
            <p:sp>
              <p:nvSpPr>
                <p:cNvPr id="24722" name="Freeform 45"/>
                <p:cNvSpPr>
                  <a:spLocks/>
                </p:cNvSpPr>
                <p:nvPr/>
              </p:nvSpPr>
              <p:spPr bwMode="auto">
                <a:xfrm>
                  <a:off x="2310" y="2884"/>
                  <a:ext cx="766" cy="1008"/>
                </a:xfrm>
                <a:custGeom>
                  <a:avLst/>
                  <a:gdLst>
                    <a:gd name="T0" fmla="*/ 766 w 766"/>
                    <a:gd name="T1" fmla="*/ 0 h 1008"/>
                    <a:gd name="T2" fmla="*/ 766 w 766"/>
                    <a:gd name="T3" fmla="*/ 1008 h 1008"/>
                    <a:gd name="T4" fmla="*/ 0 w 766"/>
                    <a:gd name="T5" fmla="*/ 1008 h 1008"/>
                    <a:gd name="T6" fmla="*/ 0 60000 65536"/>
                    <a:gd name="T7" fmla="*/ 0 60000 65536"/>
                    <a:gd name="T8" fmla="*/ 0 60000 65536"/>
                    <a:gd name="T9" fmla="*/ 0 w 766"/>
                    <a:gd name="T10" fmla="*/ 0 h 1008"/>
                    <a:gd name="T11" fmla="*/ 766 w 766"/>
                    <a:gd name="T12" fmla="*/ 1008 h 1008"/>
                  </a:gdLst>
                  <a:ahLst/>
                  <a:cxnLst>
                    <a:cxn ang="T6">
                      <a:pos x="T0" y="T1"/>
                    </a:cxn>
                    <a:cxn ang="T7">
                      <a:pos x="T2" y="T3"/>
                    </a:cxn>
                    <a:cxn ang="T8">
                      <a:pos x="T4" y="T5"/>
                    </a:cxn>
                  </a:cxnLst>
                  <a:rect l="T9" t="T10" r="T11" b="T12"/>
                  <a:pathLst>
                    <a:path w="766" h="1008">
                      <a:moveTo>
                        <a:pt x="766" y="0"/>
                      </a:moveTo>
                      <a:lnTo>
                        <a:pt x="766" y="1008"/>
                      </a:lnTo>
                      <a:lnTo>
                        <a:pt x="0" y="1008"/>
                      </a:lnTo>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ru-RU"/>
                </a:p>
              </p:txBody>
            </p:sp>
          </p:grpSp>
          <p:sp>
            <p:nvSpPr>
              <p:cNvPr id="24718" name="Rectangle 47"/>
              <p:cNvSpPr>
                <a:spLocks noChangeArrowheads="1"/>
              </p:cNvSpPr>
              <p:nvPr/>
            </p:nvSpPr>
            <p:spPr bwMode="auto">
              <a:xfrm>
                <a:off x="2307" y="2881"/>
                <a:ext cx="774" cy="1014"/>
              </a:xfrm>
              <a:prstGeom prst="rect">
                <a:avLst/>
              </a:prstGeom>
              <a:solidFill>
                <a:srgbClr val="FF02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sp>
            <p:nvSpPr>
              <p:cNvPr id="24719" name="Rectangle 48"/>
              <p:cNvSpPr>
                <a:spLocks noChangeArrowheads="1"/>
              </p:cNvSpPr>
              <p:nvPr/>
            </p:nvSpPr>
            <p:spPr bwMode="auto">
              <a:xfrm>
                <a:off x="2307" y="2882"/>
                <a:ext cx="774" cy="1013"/>
              </a:xfrm>
              <a:prstGeom prst="rect">
                <a:avLst/>
              </a:prstGeom>
              <a:noFill/>
              <a:ln w="7938"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grpSp>
        <p:sp>
          <p:nvSpPr>
            <p:cNvPr id="24603" name="Rectangle 50"/>
            <p:cNvSpPr>
              <a:spLocks noChangeArrowheads="1"/>
            </p:cNvSpPr>
            <p:nvPr/>
          </p:nvSpPr>
          <p:spPr bwMode="auto">
            <a:xfrm>
              <a:off x="2507" y="3135"/>
              <a:ext cx="3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800">
                  <a:solidFill>
                    <a:srgbClr val="FFFFFF"/>
                  </a:solidFill>
                </a:rPr>
                <a:t>Your </a:t>
              </a:r>
              <a:endParaRPr lang="en-US" altLang="ru-RU" sz="1000">
                <a:solidFill>
                  <a:schemeClr val="tx1"/>
                </a:solidFill>
              </a:endParaRPr>
            </a:p>
          </p:txBody>
        </p:sp>
        <p:sp>
          <p:nvSpPr>
            <p:cNvPr id="24604" name="Rectangle 51"/>
            <p:cNvSpPr>
              <a:spLocks noChangeArrowheads="1"/>
            </p:cNvSpPr>
            <p:nvPr/>
          </p:nvSpPr>
          <p:spPr bwMode="auto">
            <a:xfrm>
              <a:off x="2884" y="3175"/>
              <a:ext cx="28"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400">
                  <a:solidFill>
                    <a:srgbClr val="000000"/>
                  </a:solidFill>
                  <a:latin typeface="Times New Roman" pitchFamily="18" charset="0"/>
                </a:rPr>
                <a:t> </a:t>
              </a:r>
              <a:endParaRPr lang="en-US" altLang="ru-RU" sz="1000">
                <a:solidFill>
                  <a:schemeClr val="tx1"/>
                </a:solidFill>
              </a:endParaRPr>
            </a:p>
          </p:txBody>
        </p:sp>
        <p:sp>
          <p:nvSpPr>
            <p:cNvPr id="24605" name="Rectangle 52"/>
            <p:cNvSpPr>
              <a:spLocks noChangeArrowheads="1"/>
            </p:cNvSpPr>
            <p:nvPr/>
          </p:nvSpPr>
          <p:spPr bwMode="auto">
            <a:xfrm>
              <a:off x="2381" y="3302"/>
              <a:ext cx="63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800">
                  <a:solidFill>
                    <a:srgbClr val="FFFFFF"/>
                  </a:solidFill>
                </a:rPr>
                <a:t>Business</a:t>
              </a:r>
              <a:endParaRPr lang="en-US" altLang="ru-RU" sz="1000">
                <a:solidFill>
                  <a:schemeClr val="tx1"/>
                </a:solidFill>
              </a:endParaRPr>
            </a:p>
          </p:txBody>
        </p:sp>
        <p:sp>
          <p:nvSpPr>
            <p:cNvPr id="24606" name="Rectangle 53"/>
            <p:cNvSpPr>
              <a:spLocks noChangeArrowheads="1"/>
            </p:cNvSpPr>
            <p:nvPr/>
          </p:nvSpPr>
          <p:spPr bwMode="auto">
            <a:xfrm>
              <a:off x="3010" y="3342"/>
              <a:ext cx="28"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400">
                  <a:solidFill>
                    <a:srgbClr val="000000"/>
                  </a:solidFill>
                  <a:latin typeface="Times New Roman" pitchFamily="18" charset="0"/>
                </a:rPr>
                <a:t> </a:t>
              </a:r>
              <a:endParaRPr lang="en-US" altLang="ru-RU" sz="1000">
                <a:solidFill>
                  <a:schemeClr val="tx1"/>
                </a:solidFill>
              </a:endParaRPr>
            </a:p>
          </p:txBody>
        </p:sp>
        <p:sp>
          <p:nvSpPr>
            <p:cNvPr id="24607" name="Rectangle 54"/>
            <p:cNvSpPr>
              <a:spLocks noChangeArrowheads="1"/>
            </p:cNvSpPr>
            <p:nvPr/>
          </p:nvSpPr>
          <p:spPr bwMode="auto">
            <a:xfrm>
              <a:off x="2312" y="3469"/>
              <a:ext cx="77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800">
                  <a:solidFill>
                    <a:srgbClr val="FFFFFF"/>
                  </a:solidFill>
                </a:rPr>
                <a:t>(activities)</a:t>
              </a:r>
              <a:endParaRPr lang="en-US" altLang="ru-RU" sz="1000">
                <a:solidFill>
                  <a:schemeClr val="tx1"/>
                </a:solidFill>
              </a:endParaRPr>
            </a:p>
          </p:txBody>
        </p:sp>
        <p:sp>
          <p:nvSpPr>
            <p:cNvPr id="24608" name="Rectangle 55"/>
            <p:cNvSpPr>
              <a:spLocks noChangeArrowheads="1"/>
            </p:cNvSpPr>
            <p:nvPr/>
          </p:nvSpPr>
          <p:spPr bwMode="auto">
            <a:xfrm>
              <a:off x="3079" y="3509"/>
              <a:ext cx="28"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400">
                  <a:solidFill>
                    <a:srgbClr val="000000"/>
                  </a:solidFill>
                  <a:latin typeface="Times New Roman" pitchFamily="18" charset="0"/>
                </a:rPr>
                <a:t> </a:t>
              </a:r>
              <a:endParaRPr lang="en-US" altLang="ru-RU" sz="1000">
                <a:solidFill>
                  <a:schemeClr val="tx1"/>
                </a:solidFill>
              </a:endParaRPr>
            </a:p>
          </p:txBody>
        </p:sp>
        <p:grpSp>
          <p:nvGrpSpPr>
            <p:cNvPr id="24609" name="Group 63"/>
            <p:cNvGrpSpPr>
              <a:grpSpLocks/>
            </p:cNvGrpSpPr>
            <p:nvPr/>
          </p:nvGrpSpPr>
          <p:grpSpPr bwMode="auto">
            <a:xfrm>
              <a:off x="893" y="3228"/>
              <a:ext cx="599" cy="317"/>
              <a:chOff x="893" y="3228"/>
              <a:chExt cx="599" cy="317"/>
            </a:xfrm>
          </p:grpSpPr>
          <p:sp>
            <p:nvSpPr>
              <p:cNvPr id="24709" name="Rectangle 56"/>
              <p:cNvSpPr>
                <a:spLocks noChangeArrowheads="1"/>
              </p:cNvSpPr>
              <p:nvPr/>
            </p:nvSpPr>
            <p:spPr bwMode="auto">
              <a:xfrm>
                <a:off x="893" y="3228"/>
                <a:ext cx="599" cy="317"/>
              </a:xfrm>
              <a:prstGeom prst="rect">
                <a:avLst/>
              </a:prstGeom>
              <a:solidFill>
                <a:srgbClr val="FF02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grpSp>
            <p:nvGrpSpPr>
              <p:cNvPr id="24710" name="Group 60"/>
              <p:cNvGrpSpPr>
                <a:grpSpLocks/>
              </p:cNvGrpSpPr>
              <p:nvPr/>
            </p:nvGrpSpPr>
            <p:grpSpPr bwMode="auto">
              <a:xfrm>
                <a:off x="897" y="3231"/>
                <a:ext cx="590" cy="311"/>
                <a:chOff x="897" y="3231"/>
                <a:chExt cx="590" cy="311"/>
              </a:xfrm>
            </p:grpSpPr>
            <p:pic>
              <p:nvPicPr>
                <p:cNvPr id="24713" name="Picture 5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3" y="3275"/>
                  <a:ext cx="96"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714" name="Freeform 58"/>
                <p:cNvSpPr>
                  <a:spLocks/>
                </p:cNvSpPr>
                <p:nvPr/>
              </p:nvSpPr>
              <p:spPr bwMode="auto">
                <a:xfrm>
                  <a:off x="897" y="3231"/>
                  <a:ext cx="590" cy="311"/>
                </a:xfrm>
                <a:custGeom>
                  <a:avLst/>
                  <a:gdLst>
                    <a:gd name="T0" fmla="*/ 0 w 590"/>
                    <a:gd name="T1" fmla="*/ 311 h 311"/>
                    <a:gd name="T2" fmla="*/ 0 w 590"/>
                    <a:gd name="T3" fmla="*/ 0 h 311"/>
                    <a:gd name="T4" fmla="*/ 590 w 590"/>
                    <a:gd name="T5" fmla="*/ 0 h 311"/>
                    <a:gd name="T6" fmla="*/ 0 60000 65536"/>
                    <a:gd name="T7" fmla="*/ 0 60000 65536"/>
                    <a:gd name="T8" fmla="*/ 0 60000 65536"/>
                    <a:gd name="T9" fmla="*/ 0 w 590"/>
                    <a:gd name="T10" fmla="*/ 0 h 311"/>
                    <a:gd name="T11" fmla="*/ 590 w 590"/>
                    <a:gd name="T12" fmla="*/ 311 h 311"/>
                  </a:gdLst>
                  <a:ahLst/>
                  <a:cxnLst>
                    <a:cxn ang="T6">
                      <a:pos x="T0" y="T1"/>
                    </a:cxn>
                    <a:cxn ang="T7">
                      <a:pos x="T2" y="T3"/>
                    </a:cxn>
                    <a:cxn ang="T8">
                      <a:pos x="T4" y="T5"/>
                    </a:cxn>
                  </a:cxnLst>
                  <a:rect l="T9" t="T10" r="T11" b="T12"/>
                  <a:pathLst>
                    <a:path w="590" h="311">
                      <a:moveTo>
                        <a:pt x="0" y="311"/>
                      </a:moveTo>
                      <a:lnTo>
                        <a:pt x="0" y="0"/>
                      </a:lnTo>
                      <a:lnTo>
                        <a:pt x="590" y="0"/>
                      </a:lnTo>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ru-RU"/>
                </a:p>
              </p:txBody>
            </p:sp>
            <p:sp>
              <p:nvSpPr>
                <p:cNvPr id="24715" name="Freeform 59"/>
                <p:cNvSpPr>
                  <a:spLocks/>
                </p:cNvSpPr>
                <p:nvPr/>
              </p:nvSpPr>
              <p:spPr bwMode="auto">
                <a:xfrm>
                  <a:off x="897" y="3231"/>
                  <a:ext cx="590" cy="311"/>
                </a:xfrm>
                <a:custGeom>
                  <a:avLst/>
                  <a:gdLst>
                    <a:gd name="T0" fmla="*/ 590 w 590"/>
                    <a:gd name="T1" fmla="*/ 0 h 311"/>
                    <a:gd name="T2" fmla="*/ 590 w 590"/>
                    <a:gd name="T3" fmla="*/ 311 h 311"/>
                    <a:gd name="T4" fmla="*/ 0 w 590"/>
                    <a:gd name="T5" fmla="*/ 311 h 311"/>
                    <a:gd name="T6" fmla="*/ 0 60000 65536"/>
                    <a:gd name="T7" fmla="*/ 0 60000 65536"/>
                    <a:gd name="T8" fmla="*/ 0 60000 65536"/>
                    <a:gd name="T9" fmla="*/ 0 w 590"/>
                    <a:gd name="T10" fmla="*/ 0 h 311"/>
                    <a:gd name="T11" fmla="*/ 590 w 590"/>
                    <a:gd name="T12" fmla="*/ 311 h 311"/>
                  </a:gdLst>
                  <a:ahLst/>
                  <a:cxnLst>
                    <a:cxn ang="T6">
                      <a:pos x="T0" y="T1"/>
                    </a:cxn>
                    <a:cxn ang="T7">
                      <a:pos x="T2" y="T3"/>
                    </a:cxn>
                    <a:cxn ang="T8">
                      <a:pos x="T4" y="T5"/>
                    </a:cxn>
                  </a:cxnLst>
                  <a:rect l="T9" t="T10" r="T11" b="T12"/>
                  <a:pathLst>
                    <a:path w="590" h="311">
                      <a:moveTo>
                        <a:pt x="590" y="0"/>
                      </a:moveTo>
                      <a:lnTo>
                        <a:pt x="590" y="311"/>
                      </a:lnTo>
                      <a:lnTo>
                        <a:pt x="0" y="311"/>
                      </a:lnTo>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ru-RU"/>
                </a:p>
              </p:txBody>
            </p:sp>
          </p:grpSp>
          <p:sp>
            <p:nvSpPr>
              <p:cNvPr id="24711" name="Rectangle 61"/>
              <p:cNvSpPr>
                <a:spLocks noChangeArrowheads="1"/>
              </p:cNvSpPr>
              <p:nvPr/>
            </p:nvSpPr>
            <p:spPr bwMode="auto">
              <a:xfrm>
                <a:off x="893" y="3228"/>
                <a:ext cx="599" cy="317"/>
              </a:xfrm>
              <a:prstGeom prst="rect">
                <a:avLst/>
              </a:prstGeom>
              <a:solidFill>
                <a:srgbClr val="FF02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sp>
            <p:nvSpPr>
              <p:cNvPr id="24712" name="Rectangle 62"/>
              <p:cNvSpPr>
                <a:spLocks noChangeArrowheads="1"/>
              </p:cNvSpPr>
              <p:nvPr/>
            </p:nvSpPr>
            <p:spPr bwMode="auto">
              <a:xfrm>
                <a:off x="893" y="3229"/>
                <a:ext cx="598" cy="316"/>
              </a:xfrm>
              <a:prstGeom prst="rect">
                <a:avLst/>
              </a:prstGeom>
              <a:noFill/>
              <a:ln w="7938"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grpSp>
        <p:sp>
          <p:nvSpPr>
            <p:cNvPr id="24610" name="Rectangle 64"/>
            <p:cNvSpPr>
              <a:spLocks noChangeArrowheads="1"/>
            </p:cNvSpPr>
            <p:nvPr/>
          </p:nvSpPr>
          <p:spPr bwMode="auto">
            <a:xfrm>
              <a:off x="959" y="3337"/>
              <a:ext cx="498"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100">
                  <a:solidFill>
                    <a:srgbClr val="FFFFFF"/>
                  </a:solidFill>
                </a:rPr>
                <a:t>SUPPLIERS</a:t>
              </a:r>
              <a:endParaRPr lang="en-US" altLang="ru-RU" sz="1000">
                <a:solidFill>
                  <a:schemeClr val="tx1"/>
                </a:solidFill>
              </a:endParaRPr>
            </a:p>
          </p:txBody>
        </p:sp>
        <p:sp>
          <p:nvSpPr>
            <p:cNvPr id="24611" name="Rectangle 65"/>
            <p:cNvSpPr>
              <a:spLocks noChangeArrowheads="1"/>
            </p:cNvSpPr>
            <p:nvPr/>
          </p:nvSpPr>
          <p:spPr bwMode="auto">
            <a:xfrm>
              <a:off x="1441" y="3322"/>
              <a:ext cx="28"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400">
                  <a:solidFill>
                    <a:srgbClr val="000000"/>
                  </a:solidFill>
                  <a:latin typeface="Times New Roman" pitchFamily="18" charset="0"/>
                </a:rPr>
                <a:t> </a:t>
              </a:r>
              <a:endParaRPr lang="en-US" altLang="ru-RU" sz="1000">
                <a:solidFill>
                  <a:schemeClr val="tx1"/>
                </a:solidFill>
              </a:endParaRPr>
            </a:p>
          </p:txBody>
        </p:sp>
        <p:grpSp>
          <p:nvGrpSpPr>
            <p:cNvPr id="24612" name="Group 73"/>
            <p:cNvGrpSpPr>
              <a:grpSpLocks/>
            </p:cNvGrpSpPr>
            <p:nvPr/>
          </p:nvGrpSpPr>
          <p:grpSpPr bwMode="auto">
            <a:xfrm>
              <a:off x="1597" y="3228"/>
              <a:ext cx="598" cy="317"/>
              <a:chOff x="1597" y="3228"/>
              <a:chExt cx="598" cy="317"/>
            </a:xfrm>
          </p:grpSpPr>
          <p:sp>
            <p:nvSpPr>
              <p:cNvPr id="24702" name="Rectangle 66"/>
              <p:cNvSpPr>
                <a:spLocks noChangeArrowheads="1"/>
              </p:cNvSpPr>
              <p:nvPr/>
            </p:nvSpPr>
            <p:spPr bwMode="auto">
              <a:xfrm>
                <a:off x="1597" y="3228"/>
                <a:ext cx="598" cy="317"/>
              </a:xfrm>
              <a:prstGeom prst="rect">
                <a:avLst/>
              </a:prstGeom>
              <a:solidFill>
                <a:srgbClr val="FF02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grpSp>
            <p:nvGrpSpPr>
              <p:cNvPr id="24703" name="Group 70"/>
              <p:cNvGrpSpPr>
                <a:grpSpLocks/>
              </p:cNvGrpSpPr>
              <p:nvPr/>
            </p:nvGrpSpPr>
            <p:grpSpPr bwMode="auto">
              <a:xfrm>
                <a:off x="1601" y="3231"/>
                <a:ext cx="590" cy="311"/>
                <a:chOff x="1601" y="3231"/>
                <a:chExt cx="590" cy="311"/>
              </a:xfrm>
            </p:grpSpPr>
            <p:pic>
              <p:nvPicPr>
                <p:cNvPr id="24706" name="Picture 6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7" y="3275"/>
                  <a:ext cx="96"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707" name="Freeform 68"/>
                <p:cNvSpPr>
                  <a:spLocks/>
                </p:cNvSpPr>
                <p:nvPr/>
              </p:nvSpPr>
              <p:spPr bwMode="auto">
                <a:xfrm>
                  <a:off x="1601" y="3231"/>
                  <a:ext cx="590" cy="311"/>
                </a:xfrm>
                <a:custGeom>
                  <a:avLst/>
                  <a:gdLst>
                    <a:gd name="T0" fmla="*/ 0 w 590"/>
                    <a:gd name="T1" fmla="*/ 311 h 311"/>
                    <a:gd name="T2" fmla="*/ 0 w 590"/>
                    <a:gd name="T3" fmla="*/ 0 h 311"/>
                    <a:gd name="T4" fmla="*/ 590 w 590"/>
                    <a:gd name="T5" fmla="*/ 0 h 311"/>
                    <a:gd name="T6" fmla="*/ 0 60000 65536"/>
                    <a:gd name="T7" fmla="*/ 0 60000 65536"/>
                    <a:gd name="T8" fmla="*/ 0 60000 65536"/>
                    <a:gd name="T9" fmla="*/ 0 w 590"/>
                    <a:gd name="T10" fmla="*/ 0 h 311"/>
                    <a:gd name="T11" fmla="*/ 590 w 590"/>
                    <a:gd name="T12" fmla="*/ 311 h 311"/>
                  </a:gdLst>
                  <a:ahLst/>
                  <a:cxnLst>
                    <a:cxn ang="T6">
                      <a:pos x="T0" y="T1"/>
                    </a:cxn>
                    <a:cxn ang="T7">
                      <a:pos x="T2" y="T3"/>
                    </a:cxn>
                    <a:cxn ang="T8">
                      <a:pos x="T4" y="T5"/>
                    </a:cxn>
                  </a:cxnLst>
                  <a:rect l="T9" t="T10" r="T11" b="T12"/>
                  <a:pathLst>
                    <a:path w="590" h="311">
                      <a:moveTo>
                        <a:pt x="0" y="311"/>
                      </a:moveTo>
                      <a:lnTo>
                        <a:pt x="0" y="0"/>
                      </a:lnTo>
                      <a:lnTo>
                        <a:pt x="590" y="0"/>
                      </a:lnTo>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ru-RU"/>
                </a:p>
              </p:txBody>
            </p:sp>
            <p:sp>
              <p:nvSpPr>
                <p:cNvPr id="24708" name="Freeform 69"/>
                <p:cNvSpPr>
                  <a:spLocks/>
                </p:cNvSpPr>
                <p:nvPr/>
              </p:nvSpPr>
              <p:spPr bwMode="auto">
                <a:xfrm>
                  <a:off x="1601" y="3231"/>
                  <a:ext cx="590" cy="311"/>
                </a:xfrm>
                <a:custGeom>
                  <a:avLst/>
                  <a:gdLst>
                    <a:gd name="T0" fmla="*/ 590 w 590"/>
                    <a:gd name="T1" fmla="*/ 0 h 311"/>
                    <a:gd name="T2" fmla="*/ 590 w 590"/>
                    <a:gd name="T3" fmla="*/ 311 h 311"/>
                    <a:gd name="T4" fmla="*/ 0 w 590"/>
                    <a:gd name="T5" fmla="*/ 311 h 311"/>
                    <a:gd name="T6" fmla="*/ 0 60000 65536"/>
                    <a:gd name="T7" fmla="*/ 0 60000 65536"/>
                    <a:gd name="T8" fmla="*/ 0 60000 65536"/>
                    <a:gd name="T9" fmla="*/ 0 w 590"/>
                    <a:gd name="T10" fmla="*/ 0 h 311"/>
                    <a:gd name="T11" fmla="*/ 590 w 590"/>
                    <a:gd name="T12" fmla="*/ 311 h 311"/>
                  </a:gdLst>
                  <a:ahLst/>
                  <a:cxnLst>
                    <a:cxn ang="T6">
                      <a:pos x="T0" y="T1"/>
                    </a:cxn>
                    <a:cxn ang="T7">
                      <a:pos x="T2" y="T3"/>
                    </a:cxn>
                    <a:cxn ang="T8">
                      <a:pos x="T4" y="T5"/>
                    </a:cxn>
                  </a:cxnLst>
                  <a:rect l="T9" t="T10" r="T11" b="T12"/>
                  <a:pathLst>
                    <a:path w="590" h="311">
                      <a:moveTo>
                        <a:pt x="590" y="0"/>
                      </a:moveTo>
                      <a:lnTo>
                        <a:pt x="590" y="311"/>
                      </a:lnTo>
                      <a:lnTo>
                        <a:pt x="0" y="311"/>
                      </a:lnTo>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ru-RU"/>
                </a:p>
              </p:txBody>
            </p:sp>
          </p:grpSp>
          <p:sp>
            <p:nvSpPr>
              <p:cNvPr id="24704" name="Rectangle 71"/>
              <p:cNvSpPr>
                <a:spLocks noChangeArrowheads="1"/>
              </p:cNvSpPr>
              <p:nvPr/>
            </p:nvSpPr>
            <p:spPr bwMode="auto">
              <a:xfrm>
                <a:off x="1597" y="3228"/>
                <a:ext cx="598" cy="317"/>
              </a:xfrm>
              <a:prstGeom prst="rect">
                <a:avLst/>
              </a:prstGeom>
              <a:solidFill>
                <a:srgbClr val="FF02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sp>
            <p:nvSpPr>
              <p:cNvPr id="24705" name="Rectangle 72"/>
              <p:cNvSpPr>
                <a:spLocks noChangeArrowheads="1"/>
              </p:cNvSpPr>
              <p:nvPr/>
            </p:nvSpPr>
            <p:spPr bwMode="auto">
              <a:xfrm>
                <a:off x="1598" y="3229"/>
                <a:ext cx="597" cy="316"/>
              </a:xfrm>
              <a:prstGeom prst="rect">
                <a:avLst/>
              </a:prstGeom>
              <a:noFill/>
              <a:ln w="7938"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grpSp>
        <p:sp>
          <p:nvSpPr>
            <p:cNvPr id="24613" name="Rectangle 74"/>
            <p:cNvSpPr>
              <a:spLocks noChangeArrowheads="1"/>
            </p:cNvSpPr>
            <p:nvPr/>
          </p:nvSpPr>
          <p:spPr bwMode="auto">
            <a:xfrm>
              <a:off x="1738" y="3337"/>
              <a:ext cx="33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100">
                  <a:solidFill>
                    <a:srgbClr val="FFFFFF"/>
                  </a:solidFill>
                </a:rPr>
                <a:t>INPUTS</a:t>
              </a:r>
              <a:endParaRPr lang="en-US" altLang="ru-RU" sz="1000">
                <a:solidFill>
                  <a:schemeClr val="tx1"/>
                </a:solidFill>
              </a:endParaRPr>
            </a:p>
          </p:txBody>
        </p:sp>
        <p:sp>
          <p:nvSpPr>
            <p:cNvPr id="24614" name="Rectangle 75"/>
            <p:cNvSpPr>
              <a:spLocks noChangeArrowheads="1"/>
            </p:cNvSpPr>
            <p:nvPr/>
          </p:nvSpPr>
          <p:spPr bwMode="auto">
            <a:xfrm>
              <a:off x="2068" y="3322"/>
              <a:ext cx="28"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400">
                  <a:solidFill>
                    <a:srgbClr val="000000"/>
                  </a:solidFill>
                  <a:latin typeface="Times New Roman" pitchFamily="18" charset="0"/>
                </a:rPr>
                <a:t> </a:t>
              </a:r>
              <a:endParaRPr lang="en-US" altLang="ru-RU" sz="1000">
                <a:solidFill>
                  <a:schemeClr val="tx1"/>
                </a:solidFill>
              </a:endParaRPr>
            </a:p>
          </p:txBody>
        </p:sp>
        <p:grpSp>
          <p:nvGrpSpPr>
            <p:cNvPr id="24615" name="Group 78"/>
            <p:cNvGrpSpPr>
              <a:grpSpLocks/>
            </p:cNvGrpSpPr>
            <p:nvPr/>
          </p:nvGrpSpPr>
          <p:grpSpPr bwMode="auto">
            <a:xfrm>
              <a:off x="1491" y="3369"/>
              <a:ext cx="107" cy="35"/>
              <a:chOff x="1491" y="3369"/>
              <a:chExt cx="107" cy="35"/>
            </a:xfrm>
          </p:grpSpPr>
          <p:sp>
            <p:nvSpPr>
              <p:cNvPr id="24700" name="Freeform 76"/>
              <p:cNvSpPr>
                <a:spLocks noEditPoints="1"/>
              </p:cNvSpPr>
              <p:nvPr/>
            </p:nvSpPr>
            <p:spPr bwMode="auto">
              <a:xfrm>
                <a:off x="1491" y="3369"/>
                <a:ext cx="107" cy="35"/>
              </a:xfrm>
              <a:custGeom>
                <a:avLst/>
                <a:gdLst>
                  <a:gd name="T0" fmla="*/ 0 w 754"/>
                  <a:gd name="T1" fmla="*/ 0 h 250"/>
                  <a:gd name="T2" fmla="*/ 0 w 754"/>
                  <a:gd name="T3" fmla="*/ 0 h 250"/>
                  <a:gd name="T4" fmla="*/ 0 w 754"/>
                  <a:gd name="T5" fmla="*/ 0 h 250"/>
                  <a:gd name="T6" fmla="*/ 0 w 754"/>
                  <a:gd name="T7" fmla="*/ 0 h 250"/>
                  <a:gd name="T8" fmla="*/ 0 w 754"/>
                  <a:gd name="T9" fmla="*/ 0 h 250"/>
                  <a:gd name="T10" fmla="*/ 0 w 754"/>
                  <a:gd name="T11" fmla="*/ 0 h 250"/>
                  <a:gd name="T12" fmla="*/ 0 w 754"/>
                  <a:gd name="T13" fmla="*/ 0 h 250"/>
                  <a:gd name="T14" fmla="*/ 0 w 754"/>
                  <a:gd name="T15" fmla="*/ 0 h 250"/>
                  <a:gd name="T16" fmla="*/ 0 w 754"/>
                  <a:gd name="T17" fmla="*/ 0 h 250"/>
                  <a:gd name="T18" fmla="*/ 0 w 754"/>
                  <a:gd name="T19" fmla="*/ 0 h 250"/>
                  <a:gd name="T20" fmla="*/ 0 w 754"/>
                  <a:gd name="T21" fmla="*/ 0 h 2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54"/>
                  <a:gd name="T34" fmla="*/ 0 h 250"/>
                  <a:gd name="T35" fmla="*/ 754 w 754"/>
                  <a:gd name="T36" fmla="*/ 250 h 2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54" h="250">
                    <a:moveTo>
                      <a:pt x="22" y="105"/>
                    </a:moveTo>
                    <a:lnTo>
                      <a:pt x="546" y="105"/>
                    </a:lnTo>
                    <a:cubicBezTo>
                      <a:pt x="558" y="105"/>
                      <a:pt x="567" y="114"/>
                      <a:pt x="567" y="125"/>
                    </a:cubicBezTo>
                    <a:cubicBezTo>
                      <a:pt x="567" y="137"/>
                      <a:pt x="558" y="146"/>
                      <a:pt x="546" y="146"/>
                    </a:cubicBezTo>
                    <a:lnTo>
                      <a:pt x="22" y="146"/>
                    </a:lnTo>
                    <a:cubicBezTo>
                      <a:pt x="10" y="146"/>
                      <a:pt x="0" y="137"/>
                      <a:pt x="0" y="125"/>
                    </a:cubicBezTo>
                    <a:cubicBezTo>
                      <a:pt x="0" y="114"/>
                      <a:pt x="10" y="105"/>
                      <a:pt x="22" y="105"/>
                    </a:cubicBezTo>
                    <a:close/>
                    <a:moveTo>
                      <a:pt x="505" y="0"/>
                    </a:moveTo>
                    <a:lnTo>
                      <a:pt x="754" y="125"/>
                    </a:lnTo>
                    <a:lnTo>
                      <a:pt x="505" y="250"/>
                    </a:lnTo>
                    <a:lnTo>
                      <a:pt x="505" y="0"/>
                    </a:lnTo>
                    <a:close/>
                  </a:path>
                </a:pathLst>
              </a:custGeom>
              <a:solidFill>
                <a:srgbClr val="000000"/>
              </a:solidFill>
              <a:ln w="0">
                <a:solidFill>
                  <a:srgbClr val="000000"/>
                </a:solidFill>
                <a:prstDash val="solid"/>
                <a:round/>
                <a:headEnd/>
                <a:tailEnd/>
              </a:ln>
            </p:spPr>
            <p:txBody>
              <a:bodyPr/>
              <a:lstStyle/>
              <a:p>
                <a:endParaRPr lang="ru-RU"/>
              </a:p>
            </p:txBody>
          </p:sp>
          <p:sp>
            <p:nvSpPr>
              <p:cNvPr id="24701" name="Freeform 77"/>
              <p:cNvSpPr>
                <a:spLocks noEditPoints="1"/>
              </p:cNvSpPr>
              <p:nvPr/>
            </p:nvSpPr>
            <p:spPr bwMode="auto">
              <a:xfrm>
                <a:off x="1491" y="3369"/>
                <a:ext cx="107" cy="35"/>
              </a:xfrm>
              <a:custGeom>
                <a:avLst/>
                <a:gdLst>
                  <a:gd name="T0" fmla="*/ 0 w 754"/>
                  <a:gd name="T1" fmla="*/ 0 h 250"/>
                  <a:gd name="T2" fmla="*/ 0 w 754"/>
                  <a:gd name="T3" fmla="*/ 0 h 250"/>
                  <a:gd name="T4" fmla="*/ 0 w 754"/>
                  <a:gd name="T5" fmla="*/ 0 h 250"/>
                  <a:gd name="T6" fmla="*/ 0 w 754"/>
                  <a:gd name="T7" fmla="*/ 0 h 250"/>
                  <a:gd name="T8" fmla="*/ 0 w 754"/>
                  <a:gd name="T9" fmla="*/ 0 h 250"/>
                  <a:gd name="T10" fmla="*/ 0 w 754"/>
                  <a:gd name="T11" fmla="*/ 0 h 250"/>
                  <a:gd name="T12" fmla="*/ 0 w 754"/>
                  <a:gd name="T13" fmla="*/ 0 h 250"/>
                  <a:gd name="T14" fmla="*/ 0 w 754"/>
                  <a:gd name="T15" fmla="*/ 0 h 250"/>
                  <a:gd name="T16" fmla="*/ 0 w 754"/>
                  <a:gd name="T17" fmla="*/ 0 h 250"/>
                  <a:gd name="T18" fmla="*/ 0 w 754"/>
                  <a:gd name="T19" fmla="*/ 0 h 250"/>
                  <a:gd name="T20" fmla="*/ 0 w 754"/>
                  <a:gd name="T21" fmla="*/ 0 h 2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54"/>
                  <a:gd name="T34" fmla="*/ 0 h 250"/>
                  <a:gd name="T35" fmla="*/ 754 w 754"/>
                  <a:gd name="T36" fmla="*/ 250 h 2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54" h="250">
                    <a:moveTo>
                      <a:pt x="22" y="105"/>
                    </a:moveTo>
                    <a:lnTo>
                      <a:pt x="546" y="105"/>
                    </a:lnTo>
                    <a:cubicBezTo>
                      <a:pt x="558" y="105"/>
                      <a:pt x="567" y="114"/>
                      <a:pt x="567" y="125"/>
                    </a:cubicBezTo>
                    <a:cubicBezTo>
                      <a:pt x="567" y="137"/>
                      <a:pt x="558" y="146"/>
                      <a:pt x="546" y="146"/>
                    </a:cubicBezTo>
                    <a:lnTo>
                      <a:pt x="22" y="146"/>
                    </a:lnTo>
                    <a:cubicBezTo>
                      <a:pt x="10" y="146"/>
                      <a:pt x="0" y="137"/>
                      <a:pt x="0" y="125"/>
                    </a:cubicBezTo>
                    <a:cubicBezTo>
                      <a:pt x="0" y="114"/>
                      <a:pt x="10" y="105"/>
                      <a:pt x="22" y="105"/>
                    </a:cubicBezTo>
                    <a:close/>
                    <a:moveTo>
                      <a:pt x="505" y="0"/>
                    </a:moveTo>
                    <a:lnTo>
                      <a:pt x="754" y="125"/>
                    </a:lnTo>
                    <a:lnTo>
                      <a:pt x="505" y="250"/>
                    </a:lnTo>
                    <a:lnTo>
                      <a:pt x="505" y="0"/>
                    </a:lnTo>
                    <a:close/>
                  </a:path>
                </a:pathLst>
              </a:custGeom>
              <a:noFill/>
              <a:ln w="31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a:p>
            </p:txBody>
          </p:sp>
        </p:grpSp>
        <p:grpSp>
          <p:nvGrpSpPr>
            <p:cNvPr id="24616" name="Group 81"/>
            <p:cNvGrpSpPr>
              <a:grpSpLocks/>
            </p:cNvGrpSpPr>
            <p:nvPr/>
          </p:nvGrpSpPr>
          <p:grpSpPr bwMode="auto">
            <a:xfrm>
              <a:off x="2199" y="3371"/>
              <a:ext cx="108" cy="35"/>
              <a:chOff x="2199" y="3371"/>
              <a:chExt cx="108" cy="35"/>
            </a:xfrm>
          </p:grpSpPr>
          <p:sp>
            <p:nvSpPr>
              <p:cNvPr id="24698" name="Freeform 79"/>
              <p:cNvSpPr>
                <a:spLocks noEditPoints="1"/>
              </p:cNvSpPr>
              <p:nvPr/>
            </p:nvSpPr>
            <p:spPr bwMode="auto">
              <a:xfrm>
                <a:off x="2199" y="3371"/>
                <a:ext cx="108" cy="35"/>
              </a:xfrm>
              <a:custGeom>
                <a:avLst/>
                <a:gdLst>
                  <a:gd name="T0" fmla="*/ 0 w 760"/>
                  <a:gd name="T1" fmla="*/ 0 h 253"/>
                  <a:gd name="T2" fmla="*/ 0 w 760"/>
                  <a:gd name="T3" fmla="*/ 0 h 253"/>
                  <a:gd name="T4" fmla="*/ 0 w 760"/>
                  <a:gd name="T5" fmla="*/ 0 h 253"/>
                  <a:gd name="T6" fmla="*/ 0 w 760"/>
                  <a:gd name="T7" fmla="*/ 0 h 253"/>
                  <a:gd name="T8" fmla="*/ 0 w 760"/>
                  <a:gd name="T9" fmla="*/ 0 h 253"/>
                  <a:gd name="T10" fmla="*/ 0 w 760"/>
                  <a:gd name="T11" fmla="*/ 0 h 253"/>
                  <a:gd name="T12" fmla="*/ 0 w 760"/>
                  <a:gd name="T13" fmla="*/ 0 h 253"/>
                  <a:gd name="T14" fmla="*/ 0 w 760"/>
                  <a:gd name="T15" fmla="*/ 0 h 253"/>
                  <a:gd name="T16" fmla="*/ 0 w 760"/>
                  <a:gd name="T17" fmla="*/ 0 h 253"/>
                  <a:gd name="T18" fmla="*/ 0 w 760"/>
                  <a:gd name="T19" fmla="*/ 0 h 253"/>
                  <a:gd name="T20" fmla="*/ 0 w 760"/>
                  <a:gd name="T21" fmla="*/ 0 h 25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60"/>
                  <a:gd name="T34" fmla="*/ 0 h 253"/>
                  <a:gd name="T35" fmla="*/ 760 w 760"/>
                  <a:gd name="T36" fmla="*/ 253 h 25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60" h="253">
                    <a:moveTo>
                      <a:pt x="20" y="106"/>
                    </a:moveTo>
                    <a:lnTo>
                      <a:pt x="552" y="106"/>
                    </a:lnTo>
                    <a:cubicBezTo>
                      <a:pt x="564" y="106"/>
                      <a:pt x="572" y="115"/>
                      <a:pt x="572" y="126"/>
                    </a:cubicBezTo>
                    <a:cubicBezTo>
                      <a:pt x="572" y="139"/>
                      <a:pt x="564" y="147"/>
                      <a:pt x="552" y="147"/>
                    </a:cubicBezTo>
                    <a:lnTo>
                      <a:pt x="20" y="147"/>
                    </a:lnTo>
                    <a:cubicBezTo>
                      <a:pt x="9" y="147"/>
                      <a:pt x="0" y="139"/>
                      <a:pt x="0" y="126"/>
                    </a:cubicBezTo>
                    <a:cubicBezTo>
                      <a:pt x="0" y="115"/>
                      <a:pt x="9" y="106"/>
                      <a:pt x="20" y="106"/>
                    </a:cubicBezTo>
                    <a:close/>
                    <a:moveTo>
                      <a:pt x="510" y="0"/>
                    </a:moveTo>
                    <a:lnTo>
                      <a:pt x="760" y="126"/>
                    </a:lnTo>
                    <a:lnTo>
                      <a:pt x="510" y="253"/>
                    </a:lnTo>
                    <a:lnTo>
                      <a:pt x="510" y="0"/>
                    </a:lnTo>
                    <a:close/>
                  </a:path>
                </a:pathLst>
              </a:custGeom>
              <a:solidFill>
                <a:srgbClr val="000000"/>
              </a:solidFill>
              <a:ln w="0">
                <a:solidFill>
                  <a:srgbClr val="000000"/>
                </a:solidFill>
                <a:prstDash val="solid"/>
                <a:round/>
                <a:headEnd/>
                <a:tailEnd/>
              </a:ln>
            </p:spPr>
            <p:txBody>
              <a:bodyPr/>
              <a:lstStyle/>
              <a:p>
                <a:endParaRPr lang="ru-RU"/>
              </a:p>
            </p:txBody>
          </p:sp>
          <p:sp>
            <p:nvSpPr>
              <p:cNvPr id="24699" name="Freeform 80"/>
              <p:cNvSpPr>
                <a:spLocks noEditPoints="1"/>
              </p:cNvSpPr>
              <p:nvPr/>
            </p:nvSpPr>
            <p:spPr bwMode="auto">
              <a:xfrm>
                <a:off x="2199" y="3371"/>
                <a:ext cx="108" cy="35"/>
              </a:xfrm>
              <a:custGeom>
                <a:avLst/>
                <a:gdLst>
                  <a:gd name="T0" fmla="*/ 0 w 760"/>
                  <a:gd name="T1" fmla="*/ 0 h 253"/>
                  <a:gd name="T2" fmla="*/ 0 w 760"/>
                  <a:gd name="T3" fmla="*/ 0 h 253"/>
                  <a:gd name="T4" fmla="*/ 0 w 760"/>
                  <a:gd name="T5" fmla="*/ 0 h 253"/>
                  <a:gd name="T6" fmla="*/ 0 w 760"/>
                  <a:gd name="T7" fmla="*/ 0 h 253"/>
                  <a:gd name="T8" fmla="*/ 0 w 760"/>
                  <a:gd name="T9" fmla="*/ 0 h 253"/>
                  <a:gd name="T10" fmla="*/ 0 w 760"/>
                  <a:gd name="T11" fmla="*/ 0 h 253"/>
                  <a:gd name="T12" fmla="*/ 0 w 760"/>
                  <a:gd name="T13" fmla="*/ 0 h 253"/>
                  <a:gd name="T14" fmla="*/ 0 w 760"/>
                  <a:gd name="T15" fmla="*/ 0 h 253"/>
                  <a:gd name="T16" fmla="*/ 0 w 760"/>
                  <a:gd name="T17" fmla="*/ 0 h 253"/>
                  <a:gd name="T18" fmla="*/ 0 w 760"/>
                  <a:gd name="T19" fmla="*/ 0 h 253"/>
                  <a:gd name="T20" fmla="*/ 0 w 760"/>
                  <a:gd name="T21" fmla="*/ 0 h 25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60"/>
                  <a:gd name="T34" fmla="*/ 0 h 253"/>
                  <a:gd name="T35" fmla="*/ 760 w 760"/>
                  <a:gd name="T36" fmla="*/ 253 h 25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60" h="253">
                    <a:moveTo>
                      <a:pt x="20" y="106"/>
                    </a:moveTo>
                    <a:lnTo>
                      <a:pt x="552" y="106"/>
                    </a:lnTo>
                    <a:cubicBezTo>
                      <a:pt x="564" y="106"/>
                      <a:pt x="572" y="115"/>
                      <a:pt x="572" y="126"/>
                    </a:cubicBezTo>
                    <a:cubicBezTo>
                      <a:pt x="572" y="139"/>
                      <a:pt x="564" y="147"/>
                      <a:pt x="552" y="147"/>
                    </a:cubicBezTo>
                    <a:lnTo>
                      <a:pt x="20" y="147"/>
                    </a:lnTo>
                    <a:cubicBezTo>
                      <a:pt x="9" y="147"/>
                      <a:pt x="0" y="139"/>
                      <a:pt x="0" y="126"/>
                    </a:cubicBezTo>
                    <a:cubicBezTo>
                      <a:pt x="0" y="115"/>
                      <a:pt x="9" y="106"/>
                      <a:pt x="20" y="106"/>
                    </a:cubicBezTo>
                    <a:close/>
                    <a:moveTo>
                      <a:pt x="510" y="0"/>
                    </a:moveTo>
                    <a:lnTo>
                      <a:pt x="760" y="126"/>
                    </a:lnTo>
                    <a:lnTo>
                      <a:pt x="510" y="253"/>
                    </a:lnTo>
                    <a:lnTo>
                      <a:pt x="510" y="0"/>
                    </a:lnTo>
                    <a:close/>
                  </a:path>
                </a:pathLst>
              </a:custGeom>
              <a:noFill/>
              <a:ln w="31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a:p>
            </p:txBody>
          </p:sp>
        </p:grpSp>
        <p:sp>
          <p:nvSpPr>
            <p:cNvPr id="24617" name="Rectangle 82"/>
            <p:cNvSpPr>
              <a:spLocks noChangeArrowheads="1"/>
            </p:cNvSpPr>
            <p:nvPr/>
          </p:nvSpPr>
          <p:spPr bwMode="auto">
            <a:xfrm>
              <a:off x="3219" y="2605"/>
              <a:ext cx="708" cy="1509"/>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grpSp>
          <p:nvGrpSpPr>
            <p:cNvPr id="24618" name="Group 90"/>
            <p:cNvGrpSpPr>
              <a:grpSpLocks/>
            </p:cNvGrpSpPr>
            <p:nvPr/>
          </p:nvGrpSpPr>
          <p:grpSpPr bwMode="auto">
            <a:xfrm>
              <a:off x="3242" y="3236"/>
              <a:ext cx="598" cy="317"/>
              <a:chOff x="3242" y="3236"/>
              <a:chExt cx="598" cy="317"/>
            </a:xfrm>
          </p:grpSpPr>
          <p:sp>
            <p:nvSpPr>
              <p:cNvPr id="24691" name="Rectangle 83"/>
              <p:cNvSpPr>
                <a:spLocks noChangeArrowheads="1"/>
              </p:cNvSpPr>
              <p:nvPr/>
            </p:nvSpPr>
            <p:spPr bwMode="auto">
              <a:xfrm>
                <a:off x="3242" y="3236"/>
                <a:ext cx="598" cy="317"/>
              </a:xfrm>
              <a:prstGeom prst="rect">
                <a:avLst/>
              </a:prstGeom>
              <a:solidFill>
                <a:srgbClr val="FF02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grpSp>
            <p:nvGrpSpPr>
              <p:cNvPr id="24692" name="Group 87"/>
              <p:cNvGrpSpPr>
                <a:grpSpLocks/>
              </p:cNvGrpSpPr>
              <p:nvPr/>
            </p:nvGrpSpPr>
            <p:grpSpPr bwMode="auto">
              <a:xfrm>
                <a:off x="3246" y="3240"/>
                <a:ext cx="590" cy="309"/>
                <a:chOff x="3246" y="3240"/>
                <a:chExt cx="590" cy="309"/>
              </a:xfrm>
            </p:grpSpPr>
            <p:pic>
              <p:nvPicPr>
                <p:cNvPr id="24695" name="Picture 8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1" y="3284"/>
                  <a:ext cx="96"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96" name="Freeform 85"/>
                <p:cNvSpPr>
                  <a:spLocks/>
                </p:cNvSpPr>
                <p:nvPr/>
              </p:nvSpPr>
              <p:spPr bwMode="auto">
                <a:xfrm>
                  <a:off x="3246" y="3240"/>
                  <a:ext cx="590" cy="309"/>
                </a:xfrm>
                <a:custGeom>
                  <a:avLst/>
                  <a:gdLst>
                    <a:gd name="T0" fmla="*/ 0 w 590"/>
                    <a:gd name="T1" fmla="*/ 309 h 309"/>
                    <a:gd name="T2" fmla="*/ 0 w 590"/>
                    <a:gd name="T3" fmla="*/ 0 h 309"/>
                    <a:gd name="T4" fmla="*/ 590 w 590"/>
                    <a:gd name="T5" fmla="*/ 0 h 309"/>
                    <a:gd name="T6" fmla="*/ 0 60000 65536"/>
                    <a:gd name="T7" fmla="*/ 0 60000 65536"/>
                    <a:gd name="T8" fmla="*/ 0 60000 65536"/>
                    <a:gd name="T9" fmla="*/ 0 w 590"/>
                    <a:gd name="T10" fmla="*/ 0 h 309"/>
                    <a:gd name="T11" fmla="*/ 590 w 590"/>
                    <a:gd name="T12" fmla="*/ 309 h 309"/>
                  </a:gdLst>
                  <a:ahLst/>
                  <a:cxnLst>
                    <a:cxn ang="T6">
                      <a:pos x="T0" y="T1"/>
                    </a:cxn>
                    <a:cxn ang="T7">
                      <a:pos x="T2" y="T3"/>
                    </a:cxn>
                    <a:cxn ang="T8">
                      <a:pos x="T4" y="T5"/>
                    </a:cxn>
                  </a:cxnLst>
                  <a:rect l="T9" t="T10" r="T11" b="T12"/>
                  <a:pathLst>
                    <a:path w="590" h="309">
                      <a:moveTo>
                        <a:pt x="0" y="309"/>
                      </a:moveTo>
                      <a:lnTo>
                        <a:pt x="0" y="0"/>
                      </a:lnTo>
                      <a:lnTo>
                        <a:pt x="590" y="0"/>
                      </a:lnTo>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ru-RU"/>
                </a:p>
              </p:txBody>
            </p:sp>
            <p:sp>
              <p:nvSpPr>
                <p:cNvPr id="24697" name="Freeform 86"/>
                <p:cNvSpPr>
                  <a:spLocks/>
                </p:cNvSpPr>
                <p:nvPr/>
              </p:nvSpPr>
              <p:spPr bwMode="auto">
                <a:xfrm>
                  <a:off x="3246" y="3240"/>
                  <a:ext cx="590" cy="309"/>
                </a:xfrm>
                <a:custGeom>
                  <a:avLst/>
                  <a:gdLst>
                    <a:gd name="T0" fmla="*/ 590 w 590"/>
                    <a:gd name="T1" fmla="*/ 0 h 309"/>
                    <a:gd name="T2" fmla="*/ 590 w 590"/>
                    <a:gd name="T3" fmla="*/ 309 h 309"/>
                    <a:gd name="T4" fmla="*/ 0 w 590"/>
                    <a:gd name="T5" fmla="*/ 309 h 309"/>
                    <a:gd name="T6" fmla="*/ 0 60000 65536"/>
                    <a:gd name="T7" fmla="*/ 0 60000 65536"/>
                    <a:gd name="T8" fmla="*/ 0 60000 65536"/>
                    <a:gd name="T9" fmla="*/ 0 w 590"/>
                    <a:gd name="T10" fmla="*/ 0 h 309"/>
                    <a:gd name="T11" fmla="*/ 590 w 590"/>
                    <a:gd name="T12" fmla="*/ 309 h 309"/>
                  </a:gdLst>
                  <a:ahLst/>
                  <a:cxnLst>
                    <a:cxn ang="T6">
                      <a:pos x="T0" y="T1"/>
                    </a:cxn>
                    <a:cxn ang="T7">
                      <a:pos x="T2" y="T3"/>
                    </a:cxn>
                    <a:cxn ang="T8">
                      <a:pos x="T4" y="T5"/>
                    </a:cxn>
                  </a:cxnLst>
                  <a:rect l="T9" t="T10" r="T11" b="T12"/>
                  <a:pathLst>
                    <a:path w="590" h="309">
                      <a:moveTo>
                        <a:pt x="590" y="0"/>
                      </a:moveTo>
                      <a:lnTo>
                        <a:pt x="590" y="309"/>
                      </a:lnTo>
                      <a:lnTo>
                        <a:pt x="0" y="309"/>
                      </a:lnTo>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ru-RU"/>
                </a:p>
              </p:txBody>
            </p:sp>
          </p:grpSp>
          <p:sp>
            <p:nvSpPr>
              <p:cNvPr id="24693" name="Rectangle 88"/>
              <p:cNvSpPr>
                <a:spLocks noChangeArrowheads="1"/>
              </p:cNvSpPr>
              <p:nvPr/>
            </p:nvSpPr>
            <p:spPr bwMode="auto">
              <a:xfrm>
                <a:off x="3242" y="3236"/>
                <a:ext cx="598" cy="317"/>
              </a:xfrm>
              <a:prstGeom prst="rect">
                <a:avLst/>
              </a:prstGeom>
              <a:solidFill>
                <a:srgbClr val="FF02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sp>
            <p:nvSpPr>
              <p:cNvPr id="24694" name="Rectangle 89"/>
              <p:cNvSpPr>
                <a:spLocks noChangeArrowheads="1"/>
              </p:cNvSpPr>
              <p:nvPr/>
            </p:nvSpPr>
            <p:spPr bwMode="auto">
              <a:xfrm>
                <a:off x="3242" y="3236"/>
                <a:ext cx="598" cy="317"/>
              </a:xfrm>
              <a:prstGeom prst="rect">
                <a:avLst/>
              </a:prstGeom>
              <a:noFill/>
              <a:ln w="7938"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grpSp>
        <p:sp>
          <p:nvSpPr>
            <p:cNvPr id="24619" name="Rectangle 91"/>
            <p:cNvSpPr>
              <a:spLocks noChangeArrowheads="1"/>
            </p:cNvSpPr>
            <p:nvPr/>
          </p:nvSpPr>
          <p:spPr bwMode="auto">
            <a:xfrm>
              <a:off x="3358" y="3251"/>
              <a:ext cx="393"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100" dirty="0">
                  <a:solidFill>
                    <a:srgbClr val="FFFFFF"/>
                  </a:solidFill>
                </a:rPr>
                <a:t>OUTPUT </a:t>
              </a:r>
              <a:endParaRPr lang="en-US" altLang="ru-RU" sz="1000" dirty="0">
                <a:solidFill>
                  <a:schemeClr val="tx1"/>
                </a:solidFill>
              </a:endParaRPr>
            </a:p>
          </p:txBody>
        </p:sp>
        <p:sp>
          <p:nvSpPr>
            <p:cNvPr id="24620" name="Rectangle 92"/>
            <p:cNvSpPr>
              <a:spLocks noChangeArrowheads="1"/>
            </p:cNvSpPr>
            <p:nvPr/>
          </p:nvSpPr>
          <p:spPr bwMode="auto">
            <a:xfrm>
              <a:off x="3737" y="3280"/>
              <a:ext cx="28"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400">
                  <a:solidFill>
                    <a:srgbClr val="000000"/>
                  </a:solidFill>
                  <a:latin typeface="Times New Roman" pitchFamily="18" charset="0"/>
                </a:rPr>
                <a:t> </a:t>
              </a:r>
              <a:endParaRPr lang="en-US" altLang="ru-RU" sz="1000">
                <a:solidFill>
                  <a:schemeClr val="tx1"/>
                </a:solidFill>
              </a:endParaRPr>
            </a:p>
          </p:txBody>
        </p:sp>
        <p:sp>
          <p:nvSpPr>
            <p:cNvPr id="24621" name="Rectangle 93"/>
            <p:cNvSpPr>
              <a:spLocks noChangeArrowheads="1"/>
            </p:cNvSpPr>
            <p:nvPr/>
          </p:nvSpPr>
          <p:spPr bwMode="auto">
            <a:xfrm>
              <a:off x="3257" y="3393"/>
              <a:ext cx="592" cy="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000" dirty="0">
                  <a:solidFill>
                    <a:srgbClr val="FFFFFF"/>
                  </a:solidFill>
                </a:rPr>
                <a:t>(PRODUCTS) </a:t>
              </a:r>
              <a:endParaRPr lang="en-US" altLang="ru-RU" sz="800" dirty="0">
                <a:solidFill>
                  <a:schemeClr val="tx1"/>
                </a:solidFill>
              </a:endParaRPr>
            </a:p>
          </p:txBody>
        </p:sp>
        <p:sp>
          <p:nvSpPr>
            <p:cNvPr id="24622" name="Rectangle 94"/>
            <p:cNvSpPr>
              <a:spLocks noChangeArrowheads="1"/>
            </p:cNvSpPr>
            <p:nvPr/>
          </p:nvSpPr>
          <p:spPr bwMode="auto">
            <a:xfrm>
              <a:off x="3845" y="3378"/>
              <a:ext cx="28"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400">
                  <a:solidFill>
                    <a:srgbClr val="000000"/>
                  </a:solidFill>
                  <a:latin typeface="Times New Roman" pitchFamily="18" charset="0"/>
                </a:rPr>
                <a:t> </a:t>
              </a:r>
              <a:endParaRPr lang="en-US" altLang="ru-RU" sz="1000">
                <a:solidFill>
                  <a:schemeClr val="tx1"/>
                </a:solidFill>
              </a:endParaRPr>
            </a:p>
          </p:txBody>
        </p:sp>
        <p:grpSp>
          <p:nvGrpSpPr>
            <p:cNvPr id="24623" name="Group 102"/>
            <p:cNvGrpSpPr>
              <a:grpSpLocks/>
            </p:cNvGrpSpPr>
            <p:nvPr/>
          </p:nvGrpSpPr>
          <p:grpSpPr bwMode="auto">
            <a:xfrm>
              <a:off x="3945" y="3241"/>
              <a:ext cx="598" cy="317"/>
              <a:chOff x="3945" y="3241"/>
              <a:chExt cx="598" cy="317"/>
            </a:xfrm>
          </p:grpSpPr>
          <p:sp>
            <p:nvSpPr>
              <p:cNvPr id="24684" name="Rectangle 95"/>
              <p:cNvSpPr>
                <a:spLocks noChangeArrowheads="1"/>
              </p:cNvSpPr>
              <p:nvPr/>
            </p:nvSpPr>
            <p:spPr bwMode="auto">
              <a:xfrm>
                <a:off x="3945" y="3241"/>
                <a:ext cx="598" cy="317"/>
              </a:xfrm>
              <a:prstGeom prst="rect">
                <a:avLst/>
              </a:prstGeom>
              <a:solidFill>
                <a:srgbClr val="FF02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grpSp>
            <p:nvGrpSpPr>
              <p:cNvPr id="24685" name="Group 99"/>
              <p:cNvGrpSpPr>
                <a:grpSpLocks/>
              </p:cNvGrpSpPr>
              <p:nvPr/>
            </p:nvGrpSpPr>
            <p:grpSpPr bwMode="auto">
              <a:xfrm>
                <a:off x="3948" y="3244"/>
                <a:ext cx="592" cy="309"/>
                <a:chOff x="3948" y="3244"/>
                <a:chExt cx="592" cy="309"/>
              </a:xfrm>
            </p:grpSpPr>
            <p:pic>
              <p:nvPicPr>
                <p:cNvPr id="24688" name="Picture 9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3" y="3289"/>
                  <a:ext cx="96"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89" name="Freeform 97"/>
                <p:cNvSpPr>
                  <a:spLocks/>
                </p:cNvSpPr>
                <p:nvPr/>
              </p:nvSpPr>
              <p:spPr bwMode="auto">
                <a:xfrm>
                  <a:off x="3948" y="3244"/>
                  <a:ext cx="592" cy="309"/>
                </a:xfrm>
                <a:custGeom>
                  <a:avLst/>
                  <a:gdLst>
                    <a:gd name="T0" fmla="*/ 0 w 592"/>
                    <a:gd name="T1" fmla="*/ 309 h 309"/>
                    <a:gd name="T2" fmla="*/ 0 w 592"/>
                    <a:gd name="T3" fmla="*/ 0 h 309"/>
                    <a:gd name="T4" fmla="*/ 592 w 592"/>
                    <a:gd name="T5" fmla="*/ 0 h 309"/>
                    <a:gd name="T6" fmla="*/ 0 60000 65536"/>
                    <a:gd name="T7" fmla="*/ 0 60000 65536"/>
                    <a:gd name="T8" fmla="*/ 0 60000 65536"/>
                    <a:gd name="T9" fmla="*/ 0 w 592"/>
                    <a:gd name="T10" fmla="*/ 0 h 309"/>
                    <a:gd name="T11" fmla="*/ 592 w 592"/>
                    <a:gd name="T12" fmla="*/ 309 h 309"/>
                  </a:gdLst>
                  <a:ahLst/>
                  <a:cxnLst>
                    <a:cxn ang="T6">
                      <a:pos x="T0" y="T1"/>
                    </a:cxn>
                    <a:cxn ang="T7">
                      <a:pos x="T2" y="T3"/>
                    </a:cxn>
                    <a:cxn ang="T8">
                      <a:pos x="T4" y="T5"/>
                    </a:cxn>
                  </a:cxnLst>
                  <a:rect l="T9" t="T10" r="T11" b="T12"/>
                  <a:pathLst>
                    <a:path w="592" h="309">
                      <a:moveTo>
                        <a:pt x="0" y="309"/>
                      </a:moveTo>
                      <a:lnTo>
                        <a:pt x="0" y="0"/>
                      </a:lnTo>
                      <a:lnTo>
                        <a:pt x="592" y="0"/>
                      </a:lnTo>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ru-RU"/>
                </a:p>
              </p:txBody>
            </p:sp>
            <p:sp>
              <p:nvSpPr>
                <p:cNvPr id="24690" name="Freeform 98"/>
                <p:cNvSpPr>
                  <a:spLocks/>
                </p:cNvSpPr>
                <p:nvPr/>
              </p:nvSpPr>
              <p:spPr bwMode="auto">
                <a:xfrm>
                  <a:off x="3948" y="3244"/>
                  <a:ext cx="592" cy="309"/>
                </a:xfrm>
                <a:custGeom>
                  <a:avLst/>
                  <a:gdLst>
                    <a:gd name="T0" fmla="*/ 592 w 592"/>
                    <a:gd name="T1" fmla="*/ 0 h 309"/>
                    <a:gd name="T2" fmla="*/ 592 w 592"/>
                    <a:gd name="T3" fmla="*/ 309 h 309"/>
                    <a:gd name="T4" fmla="*/ 0 w 592"/>
                    <a:gd name="T5" fmla="*/ 309 h 309"/>
                    <a:gd name="T6" fmla="*/ 0 60000 65536"/>
                    <a:gd name="T7" fmla="*/ 0 60000 65536"/>
                    <a:gd name="T8" fmla="*/ 0 60000 65536"/>
                    <a:gd name="T9" fmla="*/ 0 w 592"/>
                    <a:gd name="T10" fmla="*/ 0 h 309"/>
                    <a:gd name="T11" fmla="*/ 592 w 592"/>
                    <a:gd name="T12" fmla="*/ 309 h 309"/>
                  </a:gdLst>
                  <a:ahLst/>
                  <a:cxnLst>
                    <a:cxn ang="T6">
                      <a:pos x="T0" y="T1"/>
                    </a:cxn>
                    <a:cxn ang="T7">
                      <a:pos x="T2" y="T3"/>
                    </a:cxn>
                    <a:cxn ang="T8">
                      <a:pos x="T4" y="T5"/>
                    </a:cxn>
                  </a:cxnLst>
                  <a:rect l="T9" t="T10" r="T11" b="T12"/>
                  <a:pathLst>
                    <a:path w="592" h="309">
                      <a:moveTo>
                        <a:pt x="592" y="0"/>
                      </a:moveTo>
                      <a:lnTo>
                        <a:pt x="592" y="309"/>
                      </a:lnTo>
                      <a:lnTo>
                        <a:pt x="0" y="309"/>
                      </a:lnTo>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ru-RU"/>
                </a:p>
              </p:txBody>
            </p:sp>
          </p:grpSp>
          <p:sp>
            <p:nvSpPr>
              <p:cNvPr id="24686" name="Rectangle 100"/>
              <p:cNvSpPr>
                <a:spLocks noChangeArrowheads="1"/>
              </p:cNvSpPr>
              <p:nvPr/>
            </p:nvSpPr>
            <p:spPr bwMode="auto">
              <a:xfrm>
                <a:off x="3945" y="3241"/>
                <a:ext cx="598" cy="317"/>
              </a:xfrm>
              <a:prstGeom prst="rect">
                <a:avLst/>
              </a:prstGeom>
              <a:solidFill>
                <a:srgbClr val="FF02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sp>
            <p:nvSpPr>
              <p:cNvPr id="24687" name="Rectangle 101"/>
              <p:cNvSpPr>
                <a:spLocks noChangeArrowheads="1"/>
              </p:cNvSpPr>
              <p:nvPr/>
            </p:nvSpPr>
            <p:spPr bwMode="auto">
              <a:xfrm>
                <a:off x="3945" y="3241"/>
                <a:ext cx="598" cy="317"/>
              </a:xfrm>
              <a:prstGeom prst="rect">
                <a:avLst/>
              </a:prstGeom>
              <a:noFill/>
              <a:ln w="7938"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grpSp>
        <p:sp>
          <p:nvSpPr>
            <p:cNvPr id="24624" name="Rectangle 103"/>
            <p:cNvSpPr>
              <a:spLocks noChangeArrowheads="1"/>
            </p:cNvSpPr>
            <p:nvPr/>
          </p:nvSpPr>
          <p:spPr bwMode="auto">
            <a:xfrm>
              <a:off x="3976" y="3348"/>
              <a:ext cx="504"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100" dirty="0">
                  <a:solidFill>
                    <a:srgbClr val="FFFFFF"/>
                  </a:solidFill>
                </a:rPr>
                <a:t>CUSTOMER</a:t>
              </a:r>
              <a:endParaRPr lang="en-US" altLang="ru-RU" sz="1000" dirty="0">
                <a:solidFill>
                  <a:schemeClr val="tx1"/>
                </a:solidFill>
              </a:endParaRPr>
            </a:p>
          </p:txBody>
        </p:sp>
        <p:sp>
          <p:nvSpPr>
            <p:cNvPr id="24625" name="Rectangle 104"/>
            <p:cNvSpPr>
              <a:spLocks noChangeArrowheads="1"/>
            </p:cNvSpPr>
            <p:nvPr/>
          </p:nvSpPr>
          <p:spPr bwMode="auto">
            <a:xfrm>
              <a:off x="4453" y="3333"/>
              <a:ext cx="28"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400">
                  <a:solidFill>
                    <a:srgbClr val="000000"/>
                  </a:solidFill>
                  <a:latin typeface="Times New Roman" pitchFamily="18" charset="0"/>
                </a:rPr>
                <a:t> </a:t>
              </a:r>
              <a:endParaRPr lang="en-US" altLang="ru-RU" sz="1000">
                <a:solidFill>
                  <a:schemeClr val="tx1"/>
                </a:solidFill>
              </a:endParaRPr>
            </a:p>
          </p:txBody>
        </p:sp>
        <p:grpSp>
          <p:nvGrpSpPr>
            <p:cNvPr id="24626" name="Group 107"/>
            <p:cNvGrpSpPr>
              <a:grpSpLocks/>
            </p:cNvGrpSpPr>
            <p:nvPr/>
          </p:nvGrpSpPr>
          <p:grpSpPr bwMode="auto">
            <a:xfrm>
              <a:off x="3837" y="3376"/>
              <a:ext cx="108" cy="35"/>
              <a:chOff x="3837" y="3376"/>
              <a:chExt cx="108" cy="35"/>
            </a:xfrm>
          </p:grpSpPr>
          <p:sp>
            <p:nvSpPr>
              <p:cNvPr id="24682" name="Freeform 105"/>
              <p:cNvSpPr>
                <a:spLocks noEditPoints="1"/>
              </p:cNvSpPr>
              <p:nvPr/>
            </p:nvSpPr>
            <p:spPr bwMode="auto">
              <a:xfrm>
                <a:off x="3837" y="3376"/>
                <a:ext cx="108" cy="35"/>
              </a:xfrm>
              <a:custGeom>
                <a:avLst/>
                <a:gdLst>
                  <a:gd name="T0" fmla="*/ 0 w 760"/>
                  <a:gd name="T1" fmla="*/ 0 h 250"/>
                  <a:gd name="T2" fmla="*/ 0 w 760"/>
                  <a:gd name="T3" fmla="*/ 0 h 250"/>
                  <a:gd name="T4" fmla="*/ 0 w 760"/>
                  <a:gd name="T5" fmla="*/ 0 h 250"/>
                  <a:gd name="T6" fmla="*/ 0 w 760"/>
                  <a:gd name="T7" fmla="*/ 0 h 250"/>
                  <a:gd name="T8" fmla="*/ 0 w 760"/>
                  <a:gd name="T9" fmla="*/ 0 h 250"/>
                  <a:gd name="T10" fmla="*/ 0 w 760"/>
                  <a:gd name="T11" fmla="*/ 0 h 250"/>
                  <a:gd name="T12" fmla="*/ 0 w 760"/>
                  <a:gd name="T13" fmla="*/ 0 h 250"/>
                  <a:gd name="T14" fmla="*/ 0 w 760"/>
                  <a:gd name="T15" fmla="*/ 0 h 250"/>
                  <a:gd name="T16" fmla="*/ 0 w 760"/>
                  <a:gd name="T17" fmla="*/ 0 h 250"/>
                  <a:gd name="T18" fmla="*/ 0 w 760"/>
                  <a:gd name="T19" fmla="*/ 0 h 250"/>
                  <a:gd name="T20" fmla="*/ 0 w 760"/>
                  <a:gd name="T21" fmla="*/ 0 h 2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60"/>
                  <a:gd name="T34" fmla="*/ 0 h 250"/>
                  <a:gd name="T35" fmla="*/ 760 w 760"/>
                  <a:gd name="T36" fmla="*/ 250 h 2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60" h="250">
                    <a:moveTo>
                      <a:pt x="21" y="105"/>
                    </a:moveTo>
                    <a:lnTo>
                      <a:pt x="552" y="105"/>
                    </a:lnTo>
                    <a:cubicBezTo>
                      <a:pt x="564" y="105"/>
                      <a:pt x="572" y="114"/>
                      <a:pt x="572" y="125"/>
                    </a:cubicBezTo>
                    <a:cubicBezTo>
                      <a:pt x="572" y="138"/>
                      <a:pt x="564" y="147"/>
                      <a:pt x="552" y="147"/>
                    </a:cubicBezTo>
                    <a:lnTo>
                      <a:pt x="21" y="147"/>
                    </a:lnTo>
                    <a:cubicBezTo>
                      <a:pt x="9" y="147"/>
                      <a:pt x="0" y="138"/>
                      <a:pt x="0" y="125"/>
                    </a:cubicBezTo>
                    <a:cubicBezTo>
                      <a:pt x="0" y="114"/>
                      <a:pt x="9" y="105"/>
                      <a:pt x="21" y="105"/>
                    </a:cubicBezTo>
                    <a:close/>
                    <a:moveTo>
                      <a:pt x="510" y="0"/>
                    </a:moveTo>
                    <a:lnTo>
                      <a:pt x="760" y="125"/>
                    </a:lnTo>
                    <a:lnTo>
                      <a:pt x="510" y="250"/>
                    </a:lnTo>
                    <a:lnTo>
                      <a:pt x="510" y="0"/>
                    </a:lnTo>
                    <a:close/>
                  </a:path>
                </a:pathLst>
              </a:custGeom>
              <a:solidFill>
                <a:srgbClr val="000000"/>
              </a:solidFill>
              <a:ln w="0">
                <a:solidFill>
                  <a:srgbClr val="000000"/>
                </a:solidFill>
                <a:prstDash val="solid"/>
                <a:round/>
                <a:headEnd/>
                <a:tailEnd/>
              </a:ln>
            </p:spPr>
            <p:txBody>
              <a:bodyPr/>
              <a:lstStyle/>
              <a:p>
                <a:endParaRPr lang="ru-RU"/>
              </a:p>
            </p:txBody>
          </p:sp>
          <p:sp>
            <p:nvSpPr>
              <p:cNvPr id="24683" name="Freeform 106"/>
              <p:cNvSpPr>
                <a:spLocks noEditPoints="1"/>
              </p:cNvSpPr>
              <p:nvPr/>
            </p:nvSpPr>
            <p:spPr bwMode="auto">
              <a:xfrm>
                <a:off x="3837" y="3376"/>
                <a:ext cx="108" cy="35"/>
              </a:xfrm>
              <a:custGeom>
                <a:avLst/>
                <a:gdLst>
                  <a:gd name="T0" fmla="*/ 0 w 760"/>
                  <a:gd name="T1" fmla="*/ 0 h 250"/>
                  <a:gd name="T2" fmla="*/ 0 w 760"/>
                  <a:gd name="T3" fmla="*/ 0 h 250"/>
                  <a:gd name="T4" fmla="*/ 0 w 760"/>
                  <a:gd name="T5" fmla="*/ 0 h 250"/>
                  <a:gd name="T6" fmla="*/ 0 w 760"/>
                  <a:gd name="T7" fmla="*/ 0 h 250"/>
                  <a:gd name="T8" fmla="*/ 0 w 760"/>
                  <a:gd name="T9" fmla="*/ 0 h 250"/>
                  <a:gd name="T10" fmla="*/ 0 w 760"/>
                  <a:gd name="T11" fmla="*/ 0 h 250"/>
                  <a:gd name="T12" fmla="*/ 0 w 760"/>
                  <a:gd name="T13" fmla="*/ 0 h 250"/>
                  <a:gd name="T14" fmla="*/ 0 w 760"/>
                  <a:gd name="T15" fmla="*/ 0 h 250"/>
                  <a:gd name="T16" fmla="*/ 0 w 760"/>
                  <a:gd name="T17" fmla="*/ 0 h 250"/>
                  <a:gd name="T18" fmla="*/ 0 w 760"/>
                  <a:gd name="T19" fmla="*/ 0 h 250"/>
                  <a:gd name="T20" fmla="*/ 0 w 760"/>
                  <a:gd name="T21" fmla="*/ 0 h 2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60"/>
                  <a:gd name="T34" fmla="*/ 0 h 250"/>
                  <a:gd name="T35" fmla="*/ 760 w 760"/>
                  <a:gd name="T36" fmla="*/ 250 h 2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60" h="250">
                    <a:moveTo>
                      <a:pt x="21" y="105"/>
                    </a:moveTo>
                    <a:lnTo>
                      <a:pt x="552" y="105"/>
                    </a:lnTo>
                    <a:cubicBezTo>
                      <a:pt x="564" y="105"/>
                      <a:pt x="572" y="114"/>
                      <a:pt x="572" y="125"/>
                    </a:cubicBezTo>
                    <a:cubicBezTo>
                      <a:pt x="572" y="138"/>
                      <a:pt x="564" y="147"/>
                      <a:pt x="552" y="147"/>
                    </a:cubicBezTo>
                    <a:lnTo>
                      <a:pt x="21" y="147"/>
                    </a:lnTo>
                    <a:cubicBezTo>
                      <a:pt x="9" y="147"/>
                      <a:pt x="0" y="138"/>
                      <a:pt x="0" y="125"/>
                    </a:cubicBezTo>
                    <a:cubicBezTo>
                      <a:pt x="0" y="114"/>
                      <a:pt x="9" y="105"/>
                      <a:pt x="21" y="105"/>
                    </a:cubicBezTo>
                    <a:close/>
                    <a:moveTo>
                      <a:pt x="510" y="0"/>
                    </a:moveTo>
                    <a:lnTo>
                      <a:pt x="760" y="125"/>
                    </a:lnTo>
                    <a:lnTo>
                      <a:pt x="510" y="250"/>
                    </a:lnTo>
                    <a:lnTo>
                      <a:pt x="510" y="0"/>
                    </a:lnTo>
                    <a:close/>
                  </a:path>
                </a:pathLst>
              </a:custGeom>
              <a:noFill/>
              <a:ln w="31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a:p>
            </p:txBody>
          </p:sp>
        </p:grpSp>
        <p:sp>
          <p:nvSpPr>
            <p:cNvPr id="24627" name="Rectangle 108"/>
            <p:cNvSpPr>
              <a:spLocks noChangeArrowheads="1"/>
            </p:cNvSpPr>
            <p:nvPr/>
          </p:nvSpPr>
          <p:spPr bwMode="auto">
            <a:xfrm>
              <a:off x="1547" y="2599"/>
              <a:ext cx="1569" cy="1508"/>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sp>
          <p:nvSpPr>
            <p:cNvPr id="24628" name="Rectangle 109"/>
            <p:cNvSpPr>
              <a:spLocks noChangeArrowheads="1"/>
            </p:cNvSpPr>
            <p:nvPr/>
          </p:nvSpPr>
          <p:spPr bwMode="auto">
            <a:xfrm>
              <a:off x="2109" y="2477"/>
              <a:ext cx="449"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400" b="1" dirty="0">
                  <a:solidFill>
                    <a:srgbClr val="FF0000"/>
                  </a:solidFill>
                </a:rPr>
                <a:t>MEANS</a:t>
              </a:r>
              <a:endParaRPr lang="en-US" altLang="ru-RU" sz="1000" dirty="0">
                <a:solidFill>
                  <a:schemeClr val="tx1"/>
                </a:solidFill>
              </a:endParaRPr>
            </a:p>
          </p:txBody>
        </p:sp>
        <p:sp>
          <p:nvSpPr>
            <p:cNvPr id="24629" name="Rectangle 110"/>
            <p:cNvSpPr>
              <a:spLocks noChangeArrowheads="1"/>
            </p:cNvSpPr>
            <p:nvPr/>
          </p:nvSpPr>
          <p:spPr bwMode="auto">
            <a:xfrm>
              <a:off x="2562" y="2488"/>
              <a:ext cx="28"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400">
                  <a:solidFill>
                    <a:srgbClr val="000000"/>
                  </a:solidFill>
                  <a:latin typeface="Times New Roman" pitchFamily="18" charset="0"/>
                </a:rPr>
                <a:t> </a:t>
              </a:r>
              <a:endParaRPr lang="en-US" altLang="ru-RU" sz="1000">
                <a:solidFill>
                  <a:schemeClr val="tx1"/>
                </a:solidFill>
              </a:endParaRPr>
            </a:p>
          </p:txBody>
        </p:sp>
        <p:grpSp>
          <p:nvGrpSpPr>
            <p:cNvPr id="24630" name="Group 118"/>
            <p:cNvGrpSpPr>
              <a:grpSpLocks/>
            </p:cNvGrpSpPr>
            <p:nvPr/>
          </p:nvGrpSpPr>
          <p:grpSpPr bwMode="auto">
            <a:xfrm>
              <a:off x="2263" y="2881"/>
              <a:ext cx="772" cy="1014"/>
              <a:chOff x="2263" y="2881"/>
              <a:chExt cx="772" cy="1014"/>
            </a:xfrm>
          </p:grpSpPr>
          <p:sp>
            <p:nvSpPr>
              <p:cNvPr id="24675" name="Rectangle 111"/>
              <p:cNvSpPr>
                <a:spLocks noChangeArrowheads="1"/>
              </p:cNvSpPr>
              <p:nvPr/>
            </p:nvSpPr>
            <p:spPr bwMode="auto">
              <a:xfrm>
                <a:off x="2263" y="2881"/>
                <a:ext cx="772" cy="1014"/>
              </a:xfrm>
              <a:prstGeom prst="rect">
                <a:avLst/>
              </a:prstGeom>
              <a:solidFill>
                <a:srgbClr val="FF02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grpSp>
            <p:nvGrpSpPr>
              <p:cNvPr id="24676" name="Group 115"/>
              <p:cNvGrpSpPr>
                <a:grpSpLocks/>
              </p:cNvGrpSpPr>
              <p:nvPr/>
            </p:nvGrpSpPr>
            <p:grpSpPr bwMode="auto">
              <a:xfrm>
                <a:off x="2267" y="2884"/>
                <a:ext cx="766" cy="1008"/>
                <a:chOff x="2267" y="2884"/>
                <a:chExt cx="766" cy="1008"/>
              </a:xfrm>
            </p:grpSpPr>
            <p:pic>
              <p:nvPicPr>
                <p:cNvPr id="24679" name="Picture 1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2" y="2928"/>
                  <a:ext cx="97"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80" name="Freeform 113"/>
                <p:cNvSpPr>
                  <a:spLocks/>
                </p:cNvSpPr>
                <p:nvPr/>
              </p:nvSpPr>
              <p:spPr bwMode="auto">
                <a:xfrm>
                  <a:off x="2267" y="2884"/>
                  <a:ext cx="766" cy="1008"/>
                </a:xfrm>
                <a:custGeom>
                  <a:avLst/>
                  <a:gdLst>
                    <a:gd name="T0" fmla="*/ 0 w 766"/>
                    <a:gd name="T1" fmla="*/ 1008 h 1008"/>
                    <a:gd name="T2" fmla="*/ 0 w 766"/>
                    <a:gd name="T3" fmla="*/ 0 h 1008"/>
                    <a:gd name="T4" fmla="*/ 766 w 766"/>
                    <a:gd name="T5" fmla="*/ 0 h 1008"/>
                    <a:gd name="T6" fmla="*/ 0 60000 65536"/>
                    <a:gd name="T7" fmla="*/ 0 60000 65536"/>
                    <a:gd name="T8" fmla="*/ 0 60000 65536"/>
                    <a:gd name="T9" fmla="*/ 0 w 766"/>
                    <a:gd name="T10" fmla="*/ 0 h 1008"/>
                    <a:gd name="T11" fmla="*/ 766 w 766"/>
                    <a:gd name="T12" fmla="*/ 1008 h 1008"/>
                  </a:gdLst>
                  <a:ahLst/>
                  <a:cxnLst>
                    <a:cxn ang="T6">
                      <a:pos x="T0" y="T1"/>
                    </a:cxn>
                    <a:cxn ang="T7">
                      <a:pos x="T2" y="T3"/>
                    </a:cxn>
                    <a:cxn ang="T8">
                      <a:pos x="T4" y="T5"/>
                    </a:cxn>
                  </a:cxnLst>
                  <a:rect l="T9" t="T10" r="T11" b="T12"/>
                  <a:pathLst>
                    <a:path w="766" h="1008">
                      <a:moveTo>
                        <a:pt x="0" y="1008"/>
                      </a:moveTo>
                      <a:lnTo>
                        <a:pt x="0" y="0"/>
                      </a:lnTo>
                      <a:lnTo>
                        <a:pt x="766" y="0"/>
                      </a:lnTo>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ru-RU"/>
                </a:p>
              </p:txBody>
            </p:sp>
            <p:sp>
              <p:nvSpPr>
                <p:cNvPr id="24681" name="Freeform 114"/>
                <p:cNvSpPr>
                  <a:spLocks/>
                </p:cNvSpPr>
                <p:nvPr/>
              </p:nvSpPr>
              <p:spPr bwMode="auto">
                <a:xfrm>
                  <a:off x="2267" y="2884"/>
                  <a:ext cx="766" cy="1008"/>
                </a:xfrm>
                <a:custGeom>
                  <a:avLst/>
                  <a:gdLst>
                    <a:gd name="T0" fmla="*/ 766 w 766"/>
                    <a:gd name="T1" fmla="*/ 0 h 1008"/>
                    <a:gd name="T2" fmla="*/ 766 w 766"/>
                    <a:gd name="T3" fmla="*/ 1008 h 1008"/>
                    <a:gd name="T4" fmla="*/ 0 w 766"/>
                    <a:gd name="T5" fmla="*/ 1008 h 1008"/>
                    <a:gd name="T6" fmla="*/ 0 60000 65536"/>
                    <a:gd name="T7" fmla="*/ 0 60000 65536"/>
                    <a:gd name="T8" fmla="*/ 0 60000 65536"/>
                    <a:gd name="T9" fmla="*/ 0 w 766"/>
                    <a:gd name="T10" fmla="*/ 0 h 1008"/>
                    <a:gd name="T11" fmla="*/ 766 w 766"/>
                    <a:gd name="T12" fmla="*/ 1008 h 1008"/>
                  </a:gdLst>
                  <a:ahLst/>
                  <a:cxnLst>
                    <a:cxn ang="T6">
                      <a:pos x="T0" y="T1"/>
                    </a:cxn>
                    <a:cxn ang="T7">
                      <a:pos x="T2" y="T3"/>
                    </a:cxn>
                    <a:cxn ang="T8">
                      <a:pos x="T4" y="T5"/>
                    </a:cxn>
                  </a:cxnLst>
                  <a:rect l="T9" t="T10" r="T11" b="T12"/>
                  <a:pathLst>
                    <a:path w="766" h="1008">
                      <a:moveTo>
                        <a:pt x="766" y="0"/>
                      </a:moveTo>
                      <a:lnTo>
                        <a:pt x="766" y="1008"/>
                      </a:lnTo>
                      <a:lnTo>
                        <a:pt x="0" y="1008"/>
                      </a:lnTo>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ru-RU"/>
                </a:p>
              </p:txBody>
            </p:sp>
          </p:grpSp>
          <p:sp>
            <p:nvSpPr>
              <p:cNvPr id="24677" name="Rectangle 116"/>
              <p:cNvSpPr>
                <a:spLocks noChangeArrowheads="1"/>
              </p:cNvSpPr>
              <p:nvPr/>
            </p:nvSpPr>
            <p:spPr bwMode="auto">
              <a:xfrm>
                <a:off x="2263" y="2881"/>
                <a:ext cx="772" cy="1014"/>
              </a:xfrm>
              <a:prstGeom prst="rect">
                <a:avLst/>
              </a:prstGeom>
              <a:solidFill>
                <a:srgbClr val="FF02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sp>
            <p:nvSpPr>
              <p:cNvPr id="24678" name="Rectangle 117"/>
              <p:cNvSpPr>
                <a:spLocks noChangeArrowheads="1"/>
              </p:cNvSpPr>
              <p:nvPr/>
            </p:nvSpPr>
            <p:spPr bwMode="auto">
              <a:xfrm>
                <a:off x="2263" y="2882"/>
                <a:ext cx="772" cy="1013"/>
              </a:xfrm>
              <a:prstGeom prst="rect">
                <a:avLst/>
              </a:prstGeom>
              <a:noFill/>
              <a:ln w="7938"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grpSp>
        <p:sp>
          <p:nvSpPr>
            <p:cNvPr id="24631" name="Rectangle 119"/>
            <p:cNvSpPr>
              <a:spLocks noChangeArrowheads="1"/>
            </p:cNvSpPr>
            <p:nvPr/>
          </p:nvSpPr>
          <p:spPr bwMode="auto">
            <a:xfrm>
              <a:off x="2472" y="2964"/>
              <a:ext cx="3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800" dirty="0">
                  <a:solidFill>
                    <a:srgbClr val="FFFFFF"/>
                  </a:solidFill>
                </a:rPr>
                <a:t>Your </a:t>
              </a:r>
              <a:endParaRPr lang="en-US" altLang="ru-RU" sz="1000" dirty="0">
                <a:solidFill>
                  <a:schemeClr val="tx1"/>
                </a:solidFill>
              </a:endParaRPr>
            </a:p>
          </p:txBody>
        </p:sp>
        <p:sp>
          <p:nvSpPr>
            <p:cNvPr id="24632" name="Rectangle 120"/>
            <p:cNvSpPr>
              <a:spLocks noChangeArrowheads="1"/>
            </p:cNvSpPr>
            <p:nvPr/>
          </p:nvSpPr>
          <p:spPr bwMode="auto">
            <a:xfrm>
              <a:off x="2884" y="3140"/>
              <a:ext cx="28"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400">
                  <a:solidFill>
                    <a:srgbClr val="000000"/>
                  </a:solidFill>
                  <a:latin typeface="Times New Roman" pitchFamily="18" charset="0"/>
                </a:rPr>
                <a:t> </a:t>
              </a:r>
              <a:endParaRPr lang="en-US" altLang="ru-RU" sz="1000">
                <a:solidFill>
                  <a:schemeClr val="tx1"/>
                </a:solidFill>
              </a:endParaRPr>
            </a:p>
          </p:txBody>
        </p:sp>
        <p:sp>
          <p:nvSpPr>
            <p:cNvPr id="24633" name="Rectangle 121"/>
            <p:cNvSpPr>
              <a:spLocks noChangeArrowheads="1"/>
            </p:cNvSpPr>
            <p:nvPr/>
          </p:nvSpPr>
          <p:spPr bwMode="auto">
            <a:xfrm>
              <a:off x="2337" y="3121"/>
              <a:ext cx="63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800" dirty="0">
                  <a:solidFill>
                    <a:srgbClr val="FFFFFF"/>
                  </a:solidFill>
                </a:rPr>
                <a:t>Business</a:t>
              </a:r>
              <a:endParaRPr lang="en-US" altLang="ru-RU" sz="1000" dirty="0">
                <a:solidFill>
                  <a:schemeClr val="tx1"/>
                </a:solidFill>
              </a:endParaRPr>
            </a:p>
          </p:txBody>
        </p:sp>
        <p:sp>
          <p:nvSpPr>
            <p:cNvPr id="24634" name="Rectangle 122"/>
            <p:cNvSpPr>
              <a:spLocks noChangeArrowheads="1"/>
            </p:cNvSpPr>
            <p:nvPr/>
          </p:nvSpPr>
          <p:spPr bwMode="auto">
            <a:xfrm>
              <a:off x="3010" y="3307"/>
              <a:ext cx="28"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400">
                  <a:solidFill>
                    <a:srgbClr val="000000"/>
                  </a:solidFill>
                  <a:latin typeface="Times New Roman" pitchFamily="18" charset="0"/>
                </a:rPr>
                <a:t> </a:t>
              </a:r>
              <a:endParaRPr lang="en-US" altLang="ru-RU" sz="1000">
                <a:solidFill>
                  <a:schemeClr val="tx1"/>
                </a:solidFill>
              </a:endParaRPr>
            </a:p>
          </p:txBody>
        </p:sp>
        <p:sp>
          <p:nvSpPr>
            <p:cNvPr id="24635" name="Rectangle 123"/>
            <p:cNvSpPr>
              <a:spLocks noChangeArrowheads="1"/>
            </p:cNvSpPr>
            <p:nvPr/>
          </p:nvSpPr>
          <p:spPr bwMode="auto">
            <a:xfrm>
              <a:off x="2270" y="3382"/>
              <a:ext cx="752"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200" dirty="0" err="1">
                  <a:solidFill>
                    <a:srgbClr val="FFFFFF"/>
                  </a:solidFill>
                </a:rPr>
                <a:t>Dream,Mission</a:t>
              </a:r>
              <a:r>
                <a:rPr lang="en-US" altLang="ru-RU" sz="1200" dirty="0">
                  <a:solidFill>
                    <a:srgbClr val="FFFFFF"/>
                  </a:solidFill>
                </a:rPr>
                <a:t>,</a:t>
              </a:r>
              <a:endParaRPr lang="en-US" altLang="ru-RU" sz="1000" dirty="0">
                <a:solidFill>
                  <a:schemeClr val="tx1"/>
                </a:solidFill>
              </a:endParaRPr>
            </a:p>
          </p:txBody>
        </p:sp>
        <p:sp>
          <p:nvSpPr>
            <p:cNvPr id="24636" name="Rectangle 124"/>
            <p:cNvSpPr>
              <a:spLocks noChangeArrowheads="1"/>
            </p:cNvSpPr>
            <p:nvPr/>
          </p:nvSpPr>
          <p:spPr bwMode="auto">
            <a:xfrm>
              <a:off x="3053" y="3472"/>
              <a:ext cx="34"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200">
                  <a:solidFill>
                    <a:srgbClr val="FFFFFF"/>
                  </a:solidFill>
                </a:rPr>
                <a:t> </a:t>
              </a:r>
              <a:endParaRPr lang="en-US" altLang="ru-RU" sz="1000">
                <a:solidFill>
                  <a:schemeClr val="tx1"/>
                </a:solidFill>
              </a:endParaRPr>
            </a:p>
          </p:txBody>
        </p:sp>
        <p:sp>
          <p:nvSpPr>
            <p:cNvPr id="24637" name="Rectangle 125"/>
            <p:cNvSpPr>
              <a:spLocks noChangeArrowheads="1"/>
            </p:cNvSpPr>
            <p:nvPr/>
          </p:nvSpPr>
          <p:spPr bwMode="auto">
            <a:xfrm>
              <a:off x="2379" y="3576"/>
              <a:ext cx="476"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200" dirty="0">
                  <a:solidFill>
                    <a:srgbClr val="FFFFFF"/>
                  </a:solidFill>
                </a:rPr>
                <a:t>Processes</a:t>
              </a:r>
              <a:endParaRPr lang="en-US" altLang="ru-RU" sz="1000" dirty="0">
                <a:solidFill>
                  <a:schemeClr val="tx1"/>
                </a:solidFill>
              </a:endParaRPr>
            </a:p>
          </p:txBody>
        </p:sp>
        <p:sp>
          <p:nvSpPr>
            <p:cNvPr id="24638" name="Rectangle 126"/>
            <p:cNvSpPr>
              <a:spLocks noChangeArrowheads="1"/>
            </p:cNvSpPr>
            <p:nvPr/>
          </p:nvSpPr>
          <p:spPr bwMode="auto">
            <a:xfrm>
              <a:off x="2900" y="3585"/>
              <a:ext cx="35"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200">
                  <a:solidFill>
                    <a:srgbClr val="FFFFFF"/>
                  </a:solidFill>
                </a:rPr>
                <a:t>,</a:t>
              </a:r>
              <a:endParaRPr lang="en-US" altLang="ru-RU" sz="1000">
                <a:solidFill>
                  <a:schemeClr val="tx1"/>
                </a:solidFill>
              </a:endParaRPr>
            </a:p>
          </p:txBody>
        </p:sp>
        <p:sp>
          <p:nvSpPr>
            <p:cNvPr id="24639" name="Rectangle 127"/>
            <p:cNvSpPr>
              <a:spLocks noChangeArrowheads="1"/>
            </p:cNvSpPr>
            <p:nvPr/>
          </p:nvSpPr>
          <p:spPr bwMode="auto">
            <a:xfrm>
              <a:off x="2935" y="3585"/>
              <a:ext cx="34"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200">
                  <a:solidFill>
                    <a:srgbClr val="FFFFFF"/>
                  </a:solidFill>
                </a:rPr>
                <a:t> </a:t>
              </a:r>
              <a:endParaRPr lang="en-US" altLang="ru-RU" sz="1000">
                <a:solidFill>
                  <a:schemeClr val="tx1"/>
                </a:solidFill>
              </a:endParaRPr>
            </a:p>
          </p:txBody>
        </p:sp>
        <p:sp>
          <p:nvSpPr>
            <p:cNvPr id="24640" name="Rectangle 128"/>
            <p:cNvSpPr>
              <a:spLocks noChangeArrowheads="1"/>
            </p:cNvSpPr>
            <p:nvPr/>
          </p:nvSpPr>
          <p:spPr bwMode="auto">
            <a:xfrm>
              <a:off x="2387" y="3717"/>
              <a:ext cx="493"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200" dirty="0">
                  <a:solidFill>
                    <a:srgbClr val="FFFFFF"/>
                  </a:solidFill>
                </a:rPr>
                <a:t>Resources</a:t>
              </a:r>
              <a:endParaRPr lang="en-US" altLang="ru-RU" sz="1000" dirty="0">
                <a:solidFill>
                  <a:schemeClr val="tx1"/>
                </a:solidFill>
              </a:endParaRPr>
            </a:p>
          </p:txBody>
        </p:sp>
        <p:sp>
          <p:nvSpPr>
            <p:cNvPr id="24641" name="Rectangle 129"/>
            <p:cNvSpPr>
              <a:spLocks noChangeArrowheads="1"/>
            </p:cNvSpPr>
            <p:nvPr/>
          </p:nvSpPr>
          <p:spPr bwMode="auto">
            <a:xfrm>
              <a:off x="2928" y="3707"/>
              <a:ext cx="24"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200">
                  <a:solidFill>
                    <a:srgbClr val="000000"/>
                  </a:solidFill>
                  <a:latin typeface="Times New Roman" pitchFamily="18" charset="0"/>
                </a:rPr>
                <a:t> </a:t>
              </a:r>
              <a:endParaRPr lang="en-US" altLang="ru-RU" sz="1000">
                <a:solidFill>
                  <a:schemeClr val="tx1"/>
                </a:solidFill>
              </a:endParaRPr>
            </a:p>
          </p:txBody>
        </p:sp>
        <p:grpSp>
          <p:nvGrpSpPr>
            <p:cNvPr id="24642" name="Group 137"/>
            <p:cNvGrpSpPr>
              <a:grpSpLocks/>
            </p:cNvGrpSpPr>
            <p:nvPr/>
          </p:nvGrpSpPr>
          <p:grpSpPr bwMode="auto">
            <a:xfrm>
              <a:off x="893" y="3228"/>
              <a:ext cx="599" cy="317"/>
              <a:chOff x="893" y="3228"/>
              <a:chExt cx="599" cy="317"/>
            </a:xfrm>
          </p:grpSpPr>
          <p:sp>
            <p:nvSpPr>
              <p:cNvPr id="24668" name="Rectangle 130"/>
              <p:cNvSpPr>
                <a:spLocks noChangeArrowheads="1"/>
              </p:cNvSpPr>
              <p:nvPr/>
            </p:nvSpPr>
            <p:spPr bwMode="auto">
              <a:xfrm>
                <a:off x="893" y="3228"/>
                <a:ext cx="599" cy="317"/>
              </a:xfrm>
              <a:prstGeom prst="rect">
                <a:avLst/>
              </a:prstGeom>
              <a:solidFill>
                <a:srgbClr val="FF02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grpSp>
            <p:nvGrpSpPr>
              <p:cNvPr id="24669" name="Group 134"/>
              <p:cNvGrpSpPr>
                <a:grpSpLocks/>
              </p:cNvGrpSpPr>
              <p:nvPr/>
            </p:nvGrpSpPr>
            <p:grpSpPr bwMode="auto">
              <a:xfrm>
                <a:off x="897" y="3231"/>
                <a:ext cx="590" cy="311"/>
                <a:chOff x="897" y="3231"/>
                <a:chExt cx="590" cy="311"/>
              </a:xfrm>
            </p:grpSpPr>
            <p:pic>
              <p:nvPicPr>
                <p:cNvPr id="24672" name="Picture 1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3" y="3275"/>
                  <a:ext cx="96"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73" name="Freeform 132"/>
                <p:cNvSpPr>
                  <a:spLocks/>
                </p:cNvSpPr>
                <p:nvPr/>
              </p:nvSpPr>
              <p:spPr bwMode="auto">
                <a:xfrm>
                  <a:off x="897" y="3231"/>
                  <a:ext cx="590" cy="311"/>
                </a:xfrm>
                <a:custGeom>
                  <a:avLst/>
                  <a:gdLst>
                    <a:gd name="T0" fmla="*/ 0 w 590"/>
                    <a:gd name="T1" fmla="*/ 311 h 311"/>
                    <a:gd name="T2" fmla="*/ 0 w 590"/>
                    <a:gd name="T3" fmla="*/ 0 h 311"/>
                    <a:gd name="T4" fmla="*/ 590 w 590"/>
                    <a:gd name="T5" fmla="*/ 0 h 311"/>
                    <a:gd name="T6" fmla="*/ 0 60000 65536"/>
                    <a:gd name="T7" fmla="*/ 0 60000 65536"/>
                    <a:gd name="T8" fmla="*/ 0 60000 65536"/>
                    <a:gd name="T9" fmla="*/ 0 w 590"/>
                    <a:gd name="T10" fmla="*/ 0 h 311"/>
                    <a:gd name="T11" fmla="*/ 590 w 590"/>
                    <a:gd name="T12" fmla="*/ 311 h 311"/>
                  </a:gdLst>
                  <a:ahLst/>
                  <a:cxnLst>
                    <a:cxn ang="T6">
                      <a:pos x="T0" y="T1"/>
                    </a:cxn>
                    <a:cxn ang="T7">
                      <a:pos x="T2" y="T3"/>
                    </a:cxn>
                    <a:cxn ang="T8">
                      <a:pos x="T4" y="T5"/>
                    </a:cxn>
                  </a:cxnLst>
                  <a:rect l="T9" t="T10" r="T11" b="T12"/>
                  <a:pathLst>
                    <a:path w="590" h="311">
                      <a:moveTo>
                        <a:pt x="0" y="311"/>
                      </a:moveTo>
                      <a:lnTo>
                        <a:pt x="0" y="0"/>
                      </a:lnTo>
                      <a:lnTo>
                        <a:pt x="590" y="0"/>
                      </a:lnTo>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ru-RU"/>
                </a:p>
              </p:txBody>
            </p:sp>
            <p:sp>
              <p:nvSpPr>
                <p:cNvPr id="24674" name="Freeform 133"/>
                <p:cNvSpPr>
                  <a:spLocks/>
                </p:cNvSpPr>
                <p:nvPr/>
              </p:nvSpPr>
              <p:spPr bwMode="auto">
                <a:xfrm>
                  <a:off x="897" y="3231"/>
                  <a:ext cx="590" cy="311"/>
                </a:xfrm>
                <a:custGeom>
                  <a:avLst/>
                  <a:gdLst>
                    <a:gd name="T0" fmla="*/ 590 w 590"/>
                    <a:gd name="T1" fmla="*/ 0 h 311"/>
                    <a:gd name="T2" fmla="*/ 590 w 590"/>
                    <a:gd name="T3" fmla="*/ 311 h 311"/>
                    <a:gd name="T4" fmla="*/ 0 w 590"/>
                    <a:gd name="T5" fmla="*/ 311 h 311"/>
                    <a:gd name="T6" fmla="*/ 0 60000 65536"/>
                    <a:gd name="T7" fmla="*/ 0 60000 65536"/>
                    <a:gd name="T8" fmla="*/ 0 60000 65536"/>
                    <a:gd name="T9" fmla="*/ 0 w 590"/>
                    <a:gd name="T10" fmla="*/ 0 h 311"/>
                    <a:gd name="T11" fmla="*/ 590 w 590"/>
                    <a:gd name="T12" fmla="*/ 311 h 311"/>
                  </a:gdLst>
                  <a:ahLst/>
                  <a:cxnLst>
                    <a:cxn ang="T6">
                      <a:pos x="T0" y="T1"/>
                    </a:cxn>
                    <a:cxn ang="T7">
                      <a:pos x="T2" y="T3"/>
                    </a:cxn>
                    <a:cxn ang="T8">
                      <a:pos x="T4" y="T5"/>
                    </a:cxn>
                  </a:cxnLst>
                  <a:rect l="T9" t="T10" r="T11" b="T12"/>
                  <a:pathLst>
                    <a:path w="590" h="311">
                      <a:moveTo>
                        <a:pt x="590" y="0"/>
                      </a:moveTo>
                      <a:lnTo>
                        <a:pt x="590" y="311"/>
                      </a:lnTo>
                      <a:lnTo>
                        <a:pt x="0" y="311"/>
                      </a:lnTo>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ru-RU"/>
                </a:p>
              </p:txBody>
            </p:sp>
          </p:grpSp>
          <p:sp>
            <p:nvSpPr>
              <p:cNvPr id="24670" name="Rectangle 135"/>
              <p:cNvSpPr>
                <a:spLocks noChangeArrowheads="1"/>
              </p:cNvSpPr>
              <p:nvPr/>
            </p:nvSpPr>
            <p:spPr bwMode="auto">
              <a:xfrm>
                <a:off x="893" y="3228"/>
                <a:ext cx="599" cy="317"/>
              </a:xfrm>
              <a:prstGeom prst="rect">
                <a:avLst/>
              </a:prstGeom>
              <a:solidFill>
                <a:srgbClr val="FF02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sp>
            <p:nvSpPr>
              <p:cNvPr id="24671" name="Rectangle 136"/>
              <p:cNvSpPr>
                <a:spLocks noChangeArrowheads="1"/>
              </p:cNvSpPr>
              <p:nvPr/>
            </p:nvSpPr>
            <p:spPr bwMode="auto">
              <a:xfrm>
                <a:off x="893" y="3229"/>
                <a:ext cx="598" cy="316"/>
              </a:xfrm>
              <a:prstGeom prst="rect">
                <a:avLst/>
              </a:prstGeom>
              <a:noFill/>
              <a:ln w="7938"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grpSp>
        <p:sp>
          <p:nvSpPr>
            <p:cNvPr id="24643" name="Rectangle 138"/>
            <p:cNvSpPr>
              <a:spLocks noChangeArrowheads="1"/>
            </p:cNvSpPr>
            <p:nvPr/>
          </p:nvSpPr>
          <p:spPr bwMode="auto">
            <a:xfrm>
              <a:off x="935" y="3337"/>
              <a:ext cx="498"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100" dirty="0">
                  <a:solidFill>
                    <a:srgbClr val="FFFFFF"/>
                  </a:solidFill>
                </a:rPr>
                <a:t>SUPPLIERS</a:t>
              </a:r>
              <a:endParaRPr lang="en-US" altLang="ru-RU" sz="1000" dirty="0">
                <a:solidFill>
                  <a:schemeClr val="tx1"/>
                </a:solidFill>
              </a:endParaRPr>
            </a:p>
          </p:txBody>
        </p:sp>
        <p:sp>
          <p:nvSpPr>
            <p:cNvPr id="24644" name="Rectangle 139"/>
            <p:cNvSpPr>
              <a:spLocks noChangeArrowheads="1"/>
            </p:cNvSpPr>
            <p:nvPr/>
          </p:nvSpPr>
          <p:spPr bwMode="auto">
            <a:xfrm>
              <a:off x="1441" y="3322"/>
              <a:ext cx="28"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400">
                  <a:solidFill>
                    <a:srgbClr val="000000"/>
                  </a:solidFill>
                  <a:latin typeface="Times New Roman" pitchFamily="18" charset="0"/>
                </a:rPr>
                <a:t> </a:t>
              </a:r>
              <a:endParaRPr lang="en-US" altLang="ru-RU" sz="1000">
                <a:solidFill>
                  <a:schemeClr val="tx1"/>
                </a:solidFill>
              </a:endParaRPr>
            </a:p>
          </p:txBody>
        </p:sp>
        <p:grpSp>
          <p:nvGrpSpPr>
            <p:cNvPr id="24645" name="Group 147"/>
            <p:cNvGrpSpPr>
              <a:grpSpLocks/>
            </p:cNvGrpSpPr>
            <p:nvPr/>
          </p:nvGrpSpPr>
          <p:grpSpPr bwMode="auto">
            <a:xfrm>
              <a:off x="1597" y="3228"/>
              <a:ext cx="598" cy="317"/>
              <a:chOff x="1597" y="3228"/>
              <a:chExt cx="598" cy="317"/>
            </a:xfrm>
          </p:grpSpPr>
          <p:sp>
            <p:nvSpPr>
              <p:cNvPr id="24661" name="Rectangle 140"/>
              <p:cNvSpPr>
                <a:spLocks noChangeArrowheads="1"/>
              </p:cNvSpPr>
              <p:nvPr/>
            </p:nvSpPr>
            <p:spPr bwMode="auto">
              <a:xfrm>
                <a:off x="1597" y="3228"/>
                <a:ext cx="598" cy="317"/>
              </a:xfrm>
              <a:prstGeom prst="rect">
                <a:avLst/>
              </a:prstGeom>
              <a:solidFill>
                <a:srgbClr val="FF02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grpSp>
            <p:nvGrpSpPr>
              <p:cNvPr id="24662" name="Group 144"/>
              <p:cNvGrpSpPr>
                <a:grpSpLocks/>
              </p:cNvGrpSpPr>
              <p:nvPr/>
            </p:nvGrpSpPr>
            <p:grpSpPr bwMode="auto">
              <a:xfrm>
                <a:off x="1601" y="3231"/>
                <a:ext cx="590" cy="311"/>
                <a:chOff x="1601" y="3231"/>
                <a:chExt cx="590" cy="311"/>
              </a:xfrm>
            </p:grpSpPr>
            <p:pic>
              <p:nvPicPr>
                <p:cNvPr id="24665" name="Picture 14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7" y="3275"/>
                  <a:ext cx="96"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66" name="Freeform 142"/>
                <p:cNvSpPr>
                  <a:spLocks/>
                </p:cNvSpPr>
                <p:nvPr/>
              </p:nvSpPr>
              <p:spPr bwMode="auto">
                <a:xfrm>
                  <a:off x="1601" y="3231"/>
                  <a:ext cx="590" cy="311"/>
                </a:xfrm>
                <a:custGeom>
                  <a:avLst/>
                  <a:gdLst>
                    <a:gd name="T0" fmla="*/ 0 w 590"/>
                    <a:gd name="T1" fmla="*/ 311 h 311"/>
                    <a:gd name="T2" fmla="*/ 0 w 590"/>
                    <a:gd name="T3" fmla="*/ 0 h 311"/>
                    <a:gd name="T4" fmla="*/ 590 w 590"/>
                    <a:gd name="T5" fmla="*/ 0 h 311"/>
                    <a:gd name="T6" fmla="*/ 0 60000 65536"/>
                    <a:gd name="T7" fmla="*/ 0 60000 65536"/>
                    <a:gd name="T8" fmla="*/ 0 60000 65536"/>
                    <a:gd name="T9" fmla="*/ 0 w 590"/>
                    <a:gd name="T10" fmla="*/ 0 h 311"/>
                    <a:gd name="T11" fmla="*/ 590 w 590"/>
                    <a:gd name="T12" fmla="*/ 311 h 311"/>
                  </a:gdLst>
                  <a:ahLst/>
                  <a:cxnLst>
                    <a:cxn ang="T6">
                      <a:pos x="T0" y="T1"/>
                    </a:cxn>
                    <a:cxn ang="T7">
                      <a:pos x="T2" y="T3"/>
                    </a:cxn>
                    <a:cxn ang="T8">
                      <a:pos x="T4" y="T5"/>
                    </a:cxn>
                  </a:cxnLst>
                  <a:rect l="T9" t="T10" r="T11" b="T12"/>
                  <a:pathLst>
                    <a:path w="590" h="311">
                      <a:moveTo>
                        <a:pt x="0" y="311"/>
                      </a:moveTo>
                      <a:lnTo>
                        <a:pt x="0" y="0"/>
                      </a:lnTo>
                      <a:lnTo>
                        <a:pt x="590" y="0"/>
                      </a:lnTo>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ru-RU"/>
                </a:p>
              </p:txBody>
            </p:sp>
            <p:sp>
              <p:nvSpPr>
                <p:cNvPr id="24667" name="Freeform 143"/>
                <p:cNvSpPr>
                  <a:spLocks/>
                </p:cNvSpPr>
                <p:nvPr/>
              </p:nvSpPr>
              <p:spPr bwMode="auto">
                <a:xfrm>
                  <a:off x="1601" y="3231"/>
                  <a:ext cx="590" cy="311"/>
                </a:xfrm>
                <a:custGeom>
                  <a:avLst/>
                  <a:gdLst>
                    <a:gd name="T0" fmla="*/ 590 w 590"/>
                    <a:gd name="T1" fmla="*/ 0 h 311"/>
                    <a:gd name="T2" fmla="*/ 590 w 590"/>
                    <a:gd name="T3" fmla="*/ 311 h 311"/>
                    <a:gd name="T4" fmla="*/ 0 w 590"/>
                    <a:gd name="T5" fmla="*/ 311 h 311"/>
                    <a:gd name="T6" fmla="*/ 0 60000 65536"/>
                    <a:gd name="T7" fmla="*/ 0 60000 65536"/>
                    <a:gd name="T8" fmla="*/ 0 60000 65536"/>
                    <a:gd name="T9" fmla="*/ 0 w 590"/>
                    <a:gd name="T10" fmla="*/ 0 h 311"/>
                    <a:gd name="T11" fmla="*/ 590 w 590"/>
                    <a:gd name="T12" fmla="*/ 311 h 311"/>
                  </a:gdLst>
                  <a:ahLst/>
                  <a:cxnLst>
                    <a:cxn ang="T6">
                      <a:pos x="T0" y="T1"/>
                    </a:cxn>
                    <a:cxn ang="T7">
                      <a:pos x="T2" y="T3"/>
                    </a:cxn>
                    <a:cxn ang="T8">
                      <a:pos x="T4" y="T5"/>
                    </a:cxn>
                  </a:cxnLst>
                  <a:rect l="T9" t="T10" r="T11" b="T12"/>
                  <a:pathLst>
                    <a:path w="590" h="311">
                      <a:moveTo>
                        <a:pt x="590" y="0"/>
                      </a:moveTo>
                      <a:lnTo>
                        <a:pt x="590" y="311"/>
                      </a:lnTo>
                      <a:lnTo>
                        <a:pt x="0" y="311"/>
                      </a:lnTo>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ru-RU"/>
                </a:p>
              </p:txBody>
            </p:sp>
          </p:grpSp>
          <p:sp>
            <p:nvSpPr>
              <p:cNvPr id="24663" name="Rectangle 145"/>
              <p:cNvSpPr>
                <a:spLocks noChangeArrowheads="1"/>
              </p:cNvSpPr>
              <p:nvPr/>
            </p:nvSpPr>
            <p:spPr bwMode="auto">
              <a:xfrm>
                <a:off x="1597" y="3228"/>
                <a:ext cx="598" cy="317"/>
              </a:xfrm>
              <a:prstGeom prst="rect">
                <a:avLst/>
              </a:prstGeom>
              <a:solidFill>
                <a:srgbClr val="FF02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sp>
            <p:nvSpPr>
              <p:cNvPr id="24664" name="Rectangle 146"/>
              <p:cNvSpPr>
                <a:spLocks noChangeArrowheads="1"/>
              </p:cNvSpPr>
              <p:nvPr/>
            </p:nvSpPr>
            <p:spPr bwMode="auto">
              <a:xfrm>
                <a:off x="1598" y="3229"/>
                <a:ext cx="597" cy="316"/>
              </a:xfrm>
              <a:prstGeom prst="rect">
                <a:avLst/>
              </a:prstGeom>
              <a:noFill/>
              <a:ln w="7938"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grpSp>
        <p:sp>
          <p:nvSpPr>
            <p:cNvPr id="24646" name="Rectangle 148"/>
            <p:cNvSpPr>
              <a:spLocks noChangeArrowheads="1"/>
            </p:cNvSpPr>
            <p:nvPr/>
          </p:nvSpPr>
          <p:spPr bwMode="auto">
            <a:xfrm>
              <a:off x="1738" y="3337"/>
              <a:ext cx="33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100">
                  <a:solidFill>
                    <a:srgbClr val="FFFFFF"/>
                  </a:solidFill>
                </a:rPr>
                <a:t>INPUTS</a:t>
              </a:r>
              <a:endParaRPr lang="en-US" altLang="ru-RU" sz="1000">
                <a:solidFill>
                  <a:schemeClr val="tx1"/>
                </a:solidFill>
              </a:endParaRPr>
            </a:p>
          </p:txBody>
        </p:sp>
        <p:sp>
          <p:nvSpPr>
            <p:cNvPr id="24647" name="Rectangle 149"/>
            <p:cNvSpPr>
              <a:spLocks noChangeArrowheads="1"/>
            </p:cNvSpPr>
            <p:nvPr/>
          </p:nvSpPr>
          <p:spPr bwMode="auto">
            <a:xfrm>
              <a:off x="2068" y="3322"/>
              <a:ext cx="28"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400">
                  <a:solidFill>
                    <a:srgbClr val="000000"/>
                  </a:solidFill>
                  <a:latin typeface="Times New Roman" pitchFamily="18" charset="0"/>
                </a:rPr>
                <a:t> </a:t>
              </a:r>
              <a:endParaRPr lang="en-US" altLang="ru-RU" sz="1000">
                <a:solidFill>
                  <a:schemeClr val="tx1"/>
                </a:solidFill>
              </a:endParaRPr>
            </a:p>
          </p:txBody>
        </p:sp>
        <p:grpSp>
          <p:nvGrpSpPr>
            <p:cNvPr id="24648" name="Group 152"/>
            <p:cNvGrpSpPr>
              <a:grpSpLocks/>
            </p:cNvGrpSpPr>
            <p:nvPr/>
          </p:nvGrpSpPr>
          <p:grpSpPr bwMode="auto">
            <a:xfrm>
              <a:off x="1491" y="3369"/>
              <a:ext cx="107" cy="35"/>
              <a:chOff x="1491" y="3369"/>
              <a:chExt cx="107" cy="35"/>
            </a:xfrm>
          </p:grpSpPr>
          <p:sp>
            <p:nvSpPr>
              <p:cNvPr id="24659" name="Freeform 150"/>
              <p:cNvSpPr>
                <a:spLocks noEditPoints="1"/>
              </p:cNvSpPr>
              <p:nvPr/>
            </p:nvSpPr>
            <p:spPr bwMode="auto">
              <a:xfrm>
                <a:off x="1491" y="3369"/>
                <a:ext cx="107" cy="35"/>
              </a:xfrm>
              <a:custGeom>
                <a:avLst/>
                <a:gdLst>
                  <a:gd name="T0" fmla="*/ 0 w 754"/>
                  <a:gd name="T1" fmla="*/ 0 h 250"/>
                  <a:gd name="T2" fmla="*/ 0 w 754"/>
                  <a:gd name="T3" fmla="*/ 0 h 250"/>
                  <a:gd name="T4" fmla="*/ 0 w 754"/>
                  <a:gd name="T5" fmla="*/ 0 h 250"/>
                  <a:gd name="T6" fmla="*/ 0 w 754"/>
                  <a:gd name="T7" fmla="*/ 0 h 250"/>
                  <a:gd name="T8" fmla="*/ 0 w 754"/>
                  <a:gd name="T9" fmla="*/ 0 h 250"/>
                  <a:gd name="T10" fmla="*/ 0 w 754"/>
                  <a:gd name="T11" fmla="*/ 0 h 250"/>
                  <a:gd name="T12" fmla="*/ 0 w 754"/>
                  <a:gd name="T13" fmla="*/ 0 h 250"/>
                  <a:gd name="T14" fmla="*/ 0 w 754"/>
                  <a:gd name="T15" fmla="*/ 0 h 250"/>
                  <a:gd name="T16" fmla="*/ 0 w 754"/>
                  <a:gd name="T17" fmla="*/ 0 h 250"/>
                  <a:gd name="T18" fmla="*/ 0 w 754"/>
                  <a:gd name="T19" fmla="*/ 0 h 250"/>
                  <a:gd name="T20" fmla="*/ 0 w 754"/>
                  <a:gd name="T21" fmla="*/ 0 h 2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54"/>
                  <a:gd name="T34" fmla="*/ 0 h 250"/>
                  <a:gd name="T35" fmla="*/ 754 w 754"/>
                  <a:gd name="T36" fmla="*/ 250 h 2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54" h="250">
                    <a:moveTo>
                      <a:pt x="22" y="105"/>
                    </a:moveTo>
                    <a:lnTo>
                      <a:pt x="546" y="105"/>
                    </a:lnTo>
                    <a:cubicBezTo>
                      <a:pt x="558" y="105"/>
                      <a:pt x="567" y="114"/>
                      <a:pt x="567" y="125"/>
                    </a:cubicBezTo>
                    <a:cubicBezTo>
                      <a:pt x="567" y="137"/>
                      <a:pt x="558" y="146"/>
                      <a:pt x="546" y="146"/>
                    </a:cubicBezTo>
                    <a:lnTo>
                      <a:pt x="22" y="146"/>
                    </a:lnTo>
                    <a:cubicBezTo>
                      <a:pt x="10" y="146"/>
                      <a:pt x="0" y="137"/>
                      <a:pt x="0" y="125"/>
                    </a:cubicBezTo>
                    <a:cubicBezTo>
                      <a:pt x="0" y="114"/>
                      <a:pt x="10" y="105"/>
                      <a:pt x="22" y="105"/>
                    </a:cubicBezTo>
                    <a:close/>
                    <a:moveTo>
                      <a:pt x="505" y="0"/>
                    </a:moveTo>
                    <a:lnTo>
                      <a:pt x="754" y="125"/>
                    </a:lnTo>
                    <a:lnTo>
                      <a:pt x="505" y="250"/>
                    </a:lnTo>
                    <a:lnTo>
                      <a:pt x="505" y="0"/>
                    </a:lnTo>
                    <a:close/>
                  </a:path>
                </a:pathLst>
              </a:custGeom>
              <a:solidFill>
                <a:srgbClr val="000000"/>
              </a:solidFill>
              <a:ln w="0">
                <a:solidFill>
                  <a:srgbClr val="000000"/>
                </a:solidFill>
                <a:prstDash val="solid"/>
                <a:round/>
                <a:headEnd/>
                <a:tailEnd/>
              </a:ln>
            </p:spPr>
            <p:txBody>
              <a:bodyPr/>
              <a:lstStyle/>
              <a:p>
                <a:endParaRPr lang="ru-RU"/>
              </a:p>
            </p:txBody>
          </p:sp>
          <p:sp>
            <p:nvSpPr>
              <p:cNvPr id="24660" name="Freeform 151"/>
              <p:cNvSpPr>
                <a:spLocks noEditPoints="1"/>
              </p:cNvSpPr>
              <p:nvPr/>
            </p:nvSpPr>
            <p:spPr bwMode="auto">
              <a:xfrm>
                <a:off x="1491" y="3369"/>
                <a:ext cx="107" cy="35"/>
              </a:xfrm>
              <a:custGeom>
                <a:avLst/>
                <a:gdLst>
                  <a:gd name="T0" fmla="*/ 0 w 754"/>
                  <a:gd name="T1" fmla="*/ 0 h 250"/>
                  <a:gd name="T2" fmla="*/ 0 w 754"/>
                  <a:gd name="T3" fmla="*/ 0 h 250"/>
                  <a:gd name="T4" fmla="*/ 0 w 754"/>
                  <a:gd name="T5" fmla="*/ 0 h 250"/>
                  <a:gd name="T6" fmla="*/ 0 w 754"/>
                  <a:gd name="T7" fmla="*/ 0 h 250"/>
                  <a:gd name="T8" fmla="*/ 0 w 754"/>
                  <a:gd name="T9" fmla="*/ 0 h 250"/>
                  <a:gd name="T10" fmla="*/ 0 w 754"/>
                  <a:gd name="T11" fmla="*/ 0 h 250"/>
                  <a:gd name="T12" fmla="*/ 0 w 754"/>
                  <a:gd name="T13" fmla="*/ 0 h 250"/>
                  <a:gd name="T14" fmla="*/ 0 w 754"/>
                  <a:gd name="T15" fmla="*/ 0 h 250"/>
                  <a:gd name="T16" fmla="*/ 0 w 754"/>
                  <a:gd name="T17" fmla="*/ 0 h 250"/>
                  <a:gd name="T18" fmla="*/ 0 w 754"/>
                  <a:gd name="T19" fmla="*/ 0 h 250"/>
                  <a:gd name="T20" fmla="*/ 0 w 754"/>
                  <a:gd name="T21" fmla="*/ 0 h 2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54"/>
                  <a:gd name="T34" fmla="*/ 0 h 250"/>
                  <a:gd name="T35" fmla="*/ 754 w 754"/>
                  <a:gd name="T36" fmla="*/ 250 h 2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54" h="250">
                    <a:moveTo>
                      <a:pt x="22" y="105"/>
                    </a:moveTo>
                    <a:lnTo>
                      <a:pt x="546" y="105"/>
                    </a:lnTo>
                    <a:cubicBezTo>
                      <a:pt x="558" y="105"/>
                      <a:pt x="567" y="114"/>
                      <a:pt x="567" y="125"/>
                    </a:cubicBezTo>
                    <a:cubicBezTo>
                      <a:pt x="567" y="137"/>
                      <a:pt x="558" y="146"/>
                      <a:pt x="546" y="146"/>
                    </a:cubicBezTo>
                    <a:lnTo>
                      <a:pt x="22" y="146"/>
                    </a:lnTo>
                    <a:cubicBezTo>
                      <a:pt x="10" y="146"/>
                      <a:pt x="0" y="137"/>
                      <a:pt x="0" y="125"/>
                    </a:cubicBezTo>
                    <a:cubicBezTo>
                      <a:pt x="0" y="114"/>
                      <a:pt x="10" y="105"/>
                      <a:pt x="22" y="105"/>
                    </a:cubicBezTo>
                    <a:close/>
                    <a:moveTo>
                      <a:pt x="505" y="0"/>
                    </a:moveTo>
                    <a:lnTo>
                      <a:pt x="754" y="125"/>
                    </a:lnTo>
                    <a:lnTo>
                      <a:pt x="505" y="250"/>
                    </a:lnTo>
                    <a:lnTo>
                      <a:pt x="505" y="0"/>
                    </a:lnTo>
                    <a:close/>
                  </a:path>
                </a:pathLst>
              </a:custGeom>
              <a:noFill/>
              <a:ln w="31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a:p>
            </p:txBody>
          </p:sp>
        </p:grpSp>
        <p:grpSp>
          <p:nvGrpSpPr>
            <p:cNvPr id="24649" name="Group 155"/>
            <p:cNvGrpSpPr>
              <a:grpSpLocks/>
            </p:cNvGrpSpPr>
            <p:nvPr/>
          </p:nvGrpSpPr>
          <p:grpSpPr bwMode="auto">
            <a:xfrm>
              <a:off x="2199" y="3371"/>
              <a:ext cx="108" cy="35"/>
              <a:chOff x="2199" y="3371"/>
              <a:chExt cx="108" cy="35"/>
            </a:xfrm>
          </p:grpSpPr>
          <p:sp>
            <p:nvSpPr>
              <p:cNvPr id="24657" name="Freeform 153"/>
              <p:cNvSpPr>
                <a:spLocks noEditPoints="1"/>
              </p:cNvSpPr>
              <p:nvPr/>
            </p:nvSpPr>
            <p:spPr bwMode="auto">
              <a:xfrm>
                <a:off x="2199" y="3371"/>
                <a:ext cx="108" cy="35"/>
              </a:xfrm>
              <a:custGeom>
                <a:avLst/>
                <a:gdLst>
                  <a:gd name="T0" fmla="*/ 0 w 760"/>
                  <a:gd name="T1" fmla="*/ 0 h 253"/>
                  <a:gd name="T2" fmla="*/ 0 w 760"/>
                  <a:gd name="T3" fmla="*/ 0 h 253"/>
                  <a:gd name="T4" fmla="*/ 0 w 760"/>
                  <a:gd name="T5" fmla="*/ 0 h 253"/>
                  <a:gd name="T6" fmla="*/ 0 w 760"/>
                  <a:gd name="T7" fmla="*/ 0 h 253"/>
                  <a:gd name="T8" fmla="*/ 0 w 760"/>
                  <a:gd name="T9" fmla="*/ 0 h 253"/>
                  <a:gd name="T10" fmla="*/ 0 w 760"/>
                  <a:gd name="T11" fmla="*/ 0 h 253"/>
                  <a:gd name="T12" fmla="*/ 0 w 760"/>
                  <a:gd name="T13" fmla="*/ 0 h 253"/>
                  <a:gd name="T14" fmla="*/ 0 w 760"/>
                  <a:gd name="T15" fmla="*/ 0 h 253"/>
                  <a:gd name="T16" fmla="*/ 0 w 760"/>
                  <a:gd name="T17" fmla="*/ 0 h 253"/>
                  <a:gd name="T18" fmla="*/ 0 w 760"/>
                  <a:gd name="T19" fmla="*/ 0 h 253"/>
                  <a:gd name="T20" fmla="*/ 0 w 760"/>
                  <a:gd name="T21" fmla="*/ 0 h 25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60"/>
                  <a:gd name="T34" fmla="*/ 0 h 253"/>
                  <a:gd name="T35" fmla="*/ 760 w 760"/>
                  <a:gd name="T36" fmla="*/ 253 h 25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60" h="253">
                    <a:moveTo>
                      <a:pt x="20" y="106"/>
                    </a:moveTo>
                    <a:lnTo>
                      <a:pt x="552" y="106"/>
                    </a:lnTo>
                    <a:cubicBezTo>
                      <a:pt x="564" y="106"/>
                      <a:pt x="572" y="115"/>
                      <a:pt x="572" y="126"/>
                    </a:cubicBezTo>
                    <a:cubicBezTo>
                      <a:pt x="572" y="139"/>
                      <a:pt x="564" y="147"/>
                      <a:pt x="552" y="147"/>
                    </a:cubicBezTo>
                    <a:lnTo>
                      <a:pt x="20" y="147"/>
                    </a:lnTo>
                    <a:cubicBezTo>
                      <a:pt x="9" y="147"/>
                      <a:pt x="0" y="139"/>
                      <a:pt x="0" y="126"/>
                    </a:cubicBezTo>
                    <a:cubicBezTo>
                      <a:pt x="0" y="115"/>
                      <a:pt x="9" y="106"/>
                      <a:pt x="20" y="106"/>
                    </a:cubicBezTo>
                    <a:close/>
                    <a:moveTo>
                      <a:pt x="510" y="0"/>
                    </a:moveTo>
                    <a:lnTo>
                      <a:pt x="760" y="126"/>
                    </a:lnTo>
                    <a:lnTo>
                      <a:pt x="510" y="253"/>
                    </a:lnTo>
                    <a:lnTo>
                      <a:pt x="510" y="0"/>
                    </a:lnTo>
                    <a:close/>
                  </a:path>
                </a:pathLst>
              </a:custGeom>
              <a:solidFill>
                <a:srgbClr val="000000"/>
              </a:solidFill>
              <a:ln w="0">
                <a:solidFill>
                  <a:srgbClr val="000000"/>
                </a:solidFill>
                <a:prstDash val="solid"/>
                <a:round/>
                <a:headEnd/>
                <a:tailEnd/>
              </a:ln>
            </p:spPr>
            <p:txBody>
              <a:bodyPr/>
              <a:lstStyle/>
              <a:p>
                <a:endParaRPr lang="ru-RU"/>
              </a:p>
            </p:txBody>
          </p:sp>
          <p:sp>
            <p:nvSpPr>
              <p:cNvPr id="24658" name="Freeform 154"/>
              <p:cNvSpPr>
                <a:spLocks noEditPoints="1"/>
              </p:cNvSpPr>
              <p:nvPr/>
            </p:nvSpPr>
            <p:spPr bwMode="auto">
              <a:xfrm>
                <a:off x="2199" y="3371"/>
                <a:ext cx="108" cy="35"/>
              </a:xfrm>
              <a:custGeom>
                <a:avLst/>
                <a:gdLst>
                  <a:gd name="T0" fmla="*/ 0 w 760"/>
                  <a:gd name="T1" fmla="*/ 0 h 253"/>
                  <a:gd name="T2" fmla="*/ 0 w 760"/>
                  <a:gd name="T3" fmla="*/ 0 h 253"/>
                  <a:gd name="T4" fmla="*/ 0 w 760"/>
                  <a:gd name="T5" fmla="*/ 0 h 253"/>
                  <a:gd name="T6" fmla="*/ 0 w 760"/>
                  <a:gd name="T7" fmla="*/ 0 h 253"/>
                  <a:gd name="T8" fmla="*/ 0 w 760"/>
                  <a:gd name="T9" fmla="*/ 0 h 253"/>
                  <a:gd name="T10" fmla="*/ 0 w 760"/>
                  <a:gd name="T11" fmla="*/ 0 h 253"/>
                  <a:gd name="T12" fmla="*/ 0 w 760"/>
                  <a:gd name="T13" fmla="*/ 0 h 253"/>
                  <a:gd name="T14" fmla="*/ 0 w 760"/>
                  <a:gd name="T15" fmla="*/ 0 h 253"/>
                  <a:gd name="T16" fmla="*/ 0 w 760"/>
                  <a:gd name="T17" fmla="*/ 0 h 253"/>
                  <a:gd name="T18" fmla="*/ 0 w 760"/>
                  <a:gd name="T19" fmla="*/ 0 h 253"/>
                  <a:gd name="T20" fmla="*/ 0 w 760"/>
                  <a:gd name="T21" fmla="*/ 0 h 25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60"/>
                  <a:gd name="T34" fmla="*/ 0 h 253"/>
                  <a:gd name="T35" fmla="*/ 760 w 760"/>
                  <a:gd name="T36" fmla="*/ 253 h 25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60" h="253">
                    <a:moveTo>
                      <a:pt x="20" y="106"/>
                    </a:moveTo>
                    <a:lnTo>
                      <a:pt x="552" y="106"/>
                    </a:lnTo>
                    <a:cubicBezTo>
                      <a:pt x="564" y="106"/>
                      <a:pt x="572" y="115"/>
                      <a:pt x="572" y="126"/>
                    </a:cubicBezTo>
                    <a:cubicBezTo>
                      <a:pt x="572" y="139"/>
                      <a:pt x="564" y="147"/>
                      <a:pt x="552" y="147"/>
                    </a:cubicBezTo>
                    <a:lnTo>
                      <a:pt x="20" y="147"/>
                    </a:lnTo>
                    <a:cubicBezTo>
                      <a:pt x="9" y="147"/>
                      <a:pt x="0" y="139"/>
                      <a:pt x="0" y="126"/>
                    </a:cubicBezTo>
                    <a:cubicBezTo>
                      <a:pt x="0" y="115"/>
                      <a:pt x="9" y="106"/>
                      <a:pt x="20" y="106"/>
                    </a:cubicBezTo>
                    <a:close/>
                    <a:moveTo>
                      <a:pt x="510" y="0"/>
                    </a:moveTo>
                    <a:lnTo>
                      <a:pt x="760" y="126"/>
                    </a:lnTo>
                    <a:lnTo>
                      <a:pt x="510" y="253"/>
                    </a:lnTo>
                    <a:lnTo>
                      <a:pt x="510" y="0"/>
                    </a:lnTo>
                    <a:close/>
                  </a:path>
                </a:pathLst>
              </a:custGeom>
              <a:noFill/>
              <a:ln w="317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a:p>
            </p:txBody>
          </p:sp>
        </p:grpSp>
        <p:sp>
          <p:nvSpPr>
            <p:cNvPr id="24650" name="Rectangle 156"/>
            <p:cNvSpPr>
              <a:spLocks noChangeArrowheads="1"/>
            </p:cNvSpPr>
            <p:nvPr/>
          </p:nvSpPr>
          <p:spPr bwMode="auto">
            <a:xfrm>
              <a:off x="2864" y="2149"/>
              <a:ext cx="1029" cy="167"/>
            </a:xfrm>
            <a:prstGeom prst="rect">
              <a:avLst/>
            </a:prstGeom>
            <a:noFill/>
            <a:ln w="19050"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sp>
          <p:nvSpPr>
            <p:cNvPr id="24651" name="Rectangle 157"/>
            <p:cNvSpPr>
              <a:spLocks noChangeArrowheads="1"/>
            </p:cNvSpPr>
            <p:nvPr/>
          </p:nvSpPr>
          <p:spPr bwMode="auto">
            <a:xfrm>
              <a:off x="2948" y="2157"/>
              <a:ext cx="71"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200" b="1">
                  <a:solidFill>
                    <a:srgbClr val="000000"/>
                  </a:solidFill>
                </a:rPr>
                <a:t>P</a:t>
              </a:r>
              <a:endParaRPr lang="en-US" altLang="ru-RU" sz="1000">
                <a:solidFill>
                  <a:schemeClr val="tx1"/>
                </a:solidFill>
              </a:endParaRPr>
            </a:p>
          </p:txBody>
        </p:sp>
        <p:sp>
          <p:nvSpPr>
            <p:cNvPr id="24652" name="Rectangle 158"/>
            <p:cNvSpPr>
              <a:spLocks noChangeArrowheads="1"/>
            </p:cNvSpPr>
            <p:nvPr/>
          </p:nvSpPr>
          <p:spPr bwMode="auto">
            <a:xfrm>
              <a:off x="3019" y="2177"/>
              <a:ext cx="34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900" b="1">
                  <a:solidFill>
                    <a:srgbClr val="000000"/>
                  </a:solidFill>
                </a:rPr>
                <a:t>ROCESS </a:t>
              </a:r>
              <a:endParaRPr lang="en-US" altLang="ru-RU" sz="1000">
                <a:solidFill>
                  <a:schemeClr val="tx1"/>
                </a:solidFill>
              </a:endParaRPr>
            </a:p>
          </p:txBody>
        </p:sp>
        <p:sp>
          <p:nvSpPr>
            <p:cNvPr id="24653" name="Rectangle 159"/>
            <p:cNvSpPr>
              <a:spLocks noChangeArrowheads="1"/>
            </p:cNvSpPr>
            <p:nvPr/>
          </p:nvSpPr>
          <p:spPr bwMode="auto">
            <a:xfrm>
              <a:off x="3383" y="2157"/>
              <a:ext cx="92"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200" b="1">
                  <a:solidFill>
                    <a:srgbClr val="000000"/>
                  </a:solidFill>
                </a:rPr>
                <a:t>M</a:t>
              </a:r>
              <a:endParaRPr lang="en-US" altLang="ru-RU" sz="1000">
                <a:solidFill>
                  <a:schemeClr val="tx1"/>
                </a:solidFill>
              </a:endParaRPr>
            </a:p>
          </p:txBody>
        </p:sp>
        <p:sp>
          <p:nvSpPr>
            <p:cNvPr id="24654" name="Rectangle 160"/>
            <p:cNvSpPr>
              <a:spLocks noChangeArrowheads="1"/>
            </p:cNvSpPr>
            <p:nvPr/>
          </p:nvSpPr>
          <p:spPr bwMode="auto">
            <a:xfrm>
              <a:off x="3474" y="2177"/>
              <a:ext cx="323"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900" b="1">
                  <a:solidFill>
                    <a:srgbClr val="000000"/>
                  </a:solidFill>
                </a:rPr>
                <a:t>APPING</a:t>
              </a:r>
              <a:endParaRPr lang="en-US" altLang="ru-RU" sz="1000">
                <a:solidFill>
                  <a:schemeClr val="tx1"/>
                </a:solidFill>
              </a:endParaRPr>
            </a:p>
          </p:txBody>
        </p:sp>
        <p:sp>
          <p:nvSpPr>
            <p:cNvPr id="24655" name="Rectangle 161"/>
            <p:cNvSpPr>
              <a:spLocks noChangeArrowheads="1"/>
            </p:cNvSpPr>
            <p:nvPr/>
          </p:nvSpPr>
          <p:spPr bwMode="auto">
            <a:xfrm>
              <a:off x="3810" y="2165"/>
              <a:ext cx="24"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200" b="1">
                  <a:solidFill>
                    <a:srgbClr val="000000"/>
                  </a:solidFill>
                  <a:latin typeface="Times New Roman" pitchFamily="18" charset="0"/>
                </a:rPr>
                <a:t> </a:t>
              </a:r>
              <a:endParaRPr lang="en-US" altLang="ru-RU" sz="1000">
                <a:solidFill>
                  <a:schemeClr val="tx1"/>
                </a:solidFill>
              </a:endParaRPr>
            </a:p>
          </p:txBody>
        </p:sp>
        <p:sp>
          <p:nvSpPr>
            <p:cNvPr id="24656" name="Freeform 162"/>
            <p:cNvSpPr>
              <a:spLocks noEditPoints="1"/>
            </p:cNvSpPr>
            <p:nvPr/>
          </p:nvSpPr>
          <p:spPr bwMode="auto">
            <a:xfrm>
              <a:off x="2895" y="2311"/>
              <a:ext cx="317" cy="672"/>
            </a:xfrm>
            <a:custGeom>
              <a:avLst/>
              <a:gdLst>
                <a:gd name="T0" fmla="*/ 0 w 2216"/>
                <a:gd name="T1" fmla="*/ 0 h 4838"/>
                <a:gd name="T2" fmla="*/ 0 w 2216"/>
                <a:gd name="T3" fmla="*/ 0 h 4838"/>
                <a:gd name="T4" fmla="*/ 0 w 2216"/>
                <a:gd name="T5" fmla="*/ 0 h 4838"/>
                <a:gd name="T6" fmla="*/ 0 w 2216"/>
                <a:gd name="T7" fmla="*/ 0 h 4838"/>
                <a:gd name="T8" fmla="*/ 0 w 2216"/>
                <a:gd name="T9" fmla="*/ 0 h 4838"/>
                <a:gd name="T10" fmla="*/ 0 w 2216"/>
                <a:gd name="T11" fmla="*/ 0 h 4838"/>
                <a:gd name="T12" fmla="*/ 0 w 2216"/>
                <a:gd name="T13" fmla="*/ 0 h 4838"/>
                <a:gd name="T14" fmla="*/ 0 w 2216"/>
                <a:gd name="T15" fmla="*/ 0 h 4838"/>
                <a:gd name="T16" fmla="*/ 0 w 2216"/>
                <a:gd name="T17" fmla="*/ 0 h 4838"/>
                <a:gd name="T18" fmla="*/ 0 w 2216"/>
                <a:gd name="T19" fmla="*/ 0 h 4838"/>
                <a:gd name="T20" fmla="*/ 0 w 2216"/>
                <a:gd name="T21" fmla="*/ 0 h 483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16"/>
                <a:gd name="T34" fmla="*/ 0 h 4838"/>
                <a:gd name="T35" fmla="*/ 2216 w 2216"/>
                <a:gd name="T36" fmla="*/ 4838 h 483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16" h="4838">
                  <a:moveTo>
                    <a:pt x="2209" y="51"/>
                  </a:moveTo>
                  <a:lnTo>
                    <a:pt x="185" y="4548"/>
                  </a:lnTo>
                  <a:cubicBezTo>
                    <a:pt x="178" y="4564"/>
                    <a:pt x="158" y="4572"/>
                    <a:pt x="141" y="4564"/>
                  </a:cubicBezTo>
                  <a:cubicBezTo>
                    <a:pt x="124" y="4557"/>
                    <a:pt x="117" y="4537"/>
                    <a:pt x="125" y="4520"/>
                  </a:cubicBezTo>
                  <a:lnTo>
                    <a:pt x="2148" y="24"/>
                  </a:lnTo>
                  <a:cubicBezTo>
                    <a:pt x="2155" y="7"/>
                    <a:pt x="2175" y="0"/>
                    <a:pt x="2192" y="7"/>
                  </a:cubicBezTo>
                  <a:cubicBezTo>
                    <a:pt x="2209" y="15"/>
                    <a:pt x="2216" y="35"/>
                    <a:pt x="2209" y="51"/>
                  </a:cubicBezTo>
                  <a:close/>
                  <a:moveTo>
                    <a:pt x="365" y="4555"/>
                  </a:moveTo>
                  <a:lnTo>
                    <a:pt x="18" y="4838"/>
                  </a:lnTo>
                  <a:lnTo>
                    <a:pt x="0" y="4391"/>
                  </a:lnTo>
                  <a:lnTo>
                    <a:pt x="365" y="4555"/>
                  </a:lnTo>
                  <a:close/>
                </a:path>
              </a:pathLst>
            </a:custGeom>
            <a:solidFill>
              <a:srgbClr val="000000"/>
            </a:solidFill>
            <a:ln w="3175" cap="flat">
              <a:solidFill>
                <a:srgbClr val="000000"/>
              </a:solidFill>
              <a:prstDash val="solid"/>
              <a:bevel/>
              <a:headEnd/>
              <a:tailEnd/>
            </a:ln>
          </p:spPr>
          <p:txBody>
            <a:bodyPr/>
            <a:lstStyle/>
            <a:p>
              <a:endParaRPr lang="ru-RU"/>
            </a:p>
          </p:txBody>
        </p:sp>
      </p:grpSp>
      <p:sp>
        <p:nvSpPr>
          <p:cNvPr id="2" name="Rectangle 1"/>
          <p:cNvSpPr/>
          <p:nvPr/>
        </p:nvSpPr>
        <p:spPr>
          <a:xfrm>
            <a:off x="5585389" y="2637547"/>
            <a:ext cx="3470927" cy="2192908"/>
          </a:xfrm>
          <a:prstGeom prst="rect">
            <a:avLst/>
          </a:prstGeom>
        </p:spPr>
        <p:txBody>
          <a:bodyPr wrap="square">
            <a:spAutoFit/>
          </a:bodyPr>
          <a:lstStyle/>
          <a:p>
            <a:pPr algn="just"/>
            <a:r>
              <a:rPr lang="ru-RU" sz="1050" dirty="0" smtClean="0"/>
              <a:t>• Негативно </a:t>
            </a:r>
            <a:r>
              <a:rPr lang="ru-RU" sz="1050" dirty="0"/>
              <a:t>воздействуют в каком-либо аспекте на продукт/услугу, например: любая маленькая ошибка приводит к ухудшению качества и поставки продукта </a:t>
            </a:r>
          </a:p>
          <a:p>
            <a:pPr algn="just"/>
            <a:r>
              <a:rPr lang="ru-RU" sz="1050" dirty="0" smtClean="0"/>
              <a:t>• Может </a:t>
            </a:r>
            <a:r>
              <a:rPr lang="ru-RU" sz="1050" dirty="0"/>
              <a:t>спровоцировать и/или был инцидент по безопасности или </a:t>
            </a:r>
            <a:r>
              <a:rPr lang="ru-RU" sz="1050" dirty="0" smtClean="0"/>
              <a:t>экологии </a:t>
            </a:r>
            <a:r>
              <a:rPr lang="ru-RU" sz="1050" i="1" dirty="0" smtClean="0"/>
              <a:t>(связь с Оценкой Рисков)</a:t>
            </a:r>
            <a:endParaRPr lang="ru-RU" sz="1050" i="1" dirty="0"/>
          </a:p>
          <a:p>
            <a:pPr algn="just"/>
            <a:r>
              <a:rPr lang="ru-RU" sz="1050" dirty="0" smtClean="0"/>
              <a:t>• Связаны </a:t>
            </a:r>
            <a:r>
              <a:rPr lang="ru-RU" sz="1050" dirty="0"/>
              <a:t>с жалобами потребителей </a:t>
            </a:r>
          </a:p>
          <a:p>
            <a:pPr algn="just"/>
            <a:r>
              <a:rPr lang="ru-RU" sz="1050" dirty="0" smtClean="0"/>
              <a:t>• Имеют </a:t>
            </a:r>
            <a:r>
              <a:rPr lang="ru-RU" sz="1050" dirty="0"/>
              <a:t>более высокий уровень сложности и/или занимает больше времени для выполнения, чем прочие</a:t>
            </a:r>
          </a:p>
          <a:p>
            <a:pPr algn="just"/>
            <a:r>
              <a:rPr lang="ru-RU" sz="1050" dirty="0" smtClean="0"/>
              <a:t>• Ведут </a:t>
            </a:r>
            <a:r>
              <a:rPr lang="ru-RU" sz="1050" dirty="0"/>
              <a:t>к повторяющимся и/или высоко затратным отклонениям </a:t>
            </a: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761207" y="0"/>
            <a:ext cx="7339013" cy="857250"/>
          </a:xfrm>
        </p:spPr>
        <p:txBody>
          <a:bodyPr>
            <a:normAutofit/>
          </a:bodyPr>
          <a:lstStyle/>
          <a:p>
            <a:pPr>
              <a:defRPr/>
            </a:pPr>
            <a:r>
              <a:rPr lang="ru-RU" dirty="0">
                <a:solidFill>
                  <a:srgbClr val="C00000"/>
                </a:solidFill>
              </a:rPr>
              <a:t>Что представляет собой процесс</a:t>
            </a:r>
            <a:r>
              <a:rPr lang="en-US" dirty="0">
                <a:solidFill>
                  <a:srgbClr val="C00000"/>
                </a:solidFill>
              </a:rPr>
              <a:t>? </a:t>
            </a:r>
          </a:p>
        </p:txBody>
      </p:sp>
      <p:sp>
        <p:nvSpPr>
          <p:cNvPr id="25603" name="Rectangle 3"/>
          <p:cNvSpPr>
            <a:spLocks noGrp="1" noChangeArrowheads="1"/>
          </p:cNvSpPr>
          <p:nvPr>
            <p:ph idx="1"/>
          </p:nvPr>
        </p:nvSpPr>
        <p:spPr>
          <a:xfrm>
            <a:off x="317655" y="851424"/>
            <a:ext cx="8634412" cy="717947"/>
          </a:xfrm>
        </p:spPr>
        <p:txBody>
          <a:bodyPr/>
          <a:lstStyle/>
          <a:p>
            <a:pPr algn="just" eaLnBrk="1" hangingPunct="1">
              <a:spcBef>
                <a:spcPts val="600"/>
              </a:spcBef>
              <a:spcAft>
                <a:spcPts val="600"/>
              </a:spcAft>
              <a:buFontTx/>
              <a:buChar char="•"/>
            </a:pPr>
            <a:r>
              <a:rPr lang="ru-RU" altLang="ru-RU" sz="1700" dirty="0" smtClean="0">
                <a:solidFill>
                  <a:srgbClr val="002060"/>
                </a:solidFill>
              </a:rPr>
              <a:t>Это ряд последовательных преобразований входных данных (сырья, материалов, полупродуктов и </a:t>
            </a:r>
            <a:r>
              <a:rPr lang="ru-RU" altLang="ru-RU" sz="1700" dirty="0" err="1" smtClean="0">
                <a:solidFill>
                  <a:srgbClr val="002060"/>
                </a:solidFill>
              </a:rPr>
              <a:t>тд</a:t>
            </a:r>
            <a:r>
              <a:rPr lang="ru-RU" altLang="ru-RU" sz="1700" dirty="0" smtClean="0">
                <a:solidFill>
                  <a:srgbClr val="002060"/>
                </a:solidFill>
              </a:rPr>
              <a:t>) в конечные продукты/услуги с целью удовлетворения потребностей наших клиентов/потребителей </a:t>
            </a:r>
            <a:endParaRPr lang="en-US" altLang="ru-RU" sz="1700" dirty="0" smtClean="0">
              <a:solidFill>
                <a:srgbClr val="002060"/>
              </a:solidFill>
            </a:endParaRPr>
          </a:p>
          <a:p>
            <a:pPr algn="just" eaLnBrk="1" hangingPunct="1">
              <a:spcBef>
                <a:spcPts val="600"/>
              </a:spcBef>
              <a:spcAft>
                <a:spcPts val="600"/>
              </a:spcAft>
              <a:buFontTx/>
              <a:buChar char="•"/>
            </a:pPr>
            <a:r>
              <a:rPr lang="ru-RU" altLang="ru-RU" sz="1700" dirty="0" smtClean="0">
                <a:solidFill>
                  <a:srgbClr val="002060"/>
                </a:solidFill>
              </a:rPr>
              <a:t>Процессы характеризуются наличием определенного начала и конца, обозначенным в виде поставки  желаемого результата клиентам\потребителям</a:t>
            </a:r>
            <a:endParaRPr lang="en-US" altLang="ru-RU" sz="1700" dirty="0" smtClean="0">
              <a:solidFill>
                <a:srgbClr val="002060"/>
              </a:solidFill>
            </a:endParaRPr>
          </a:p>
          <a:p>
            <a:pPr algn="just" eaLnBrk="1" hangingPunct="1">
              <a:spcBef>
                <a:spcPts val="600"/>
              </a:spcBef>
              <a:spcAft>
                <a:spcPts val="600"/>
              </a:spcAft>
              <a:buFontTx/>
              <a:buChar char="•"/>
            </a:pPr>
            <a:endParaRPr lang="pt-BR" altLang="ru-RU" sz="1700" dirty="0" smtClean="0">
              <a:solidFill>
                <a:srgbClr val="002060"/>
              </a:solidFill>
            </a:endParaRPr>
          </a:p>
          <a:p>
            <a:pPr algn="just" eaLnBrk="1" hangingPunct="1">
              <a:spcBef>
                <a:spcPts val="600"/>
              </a:spcBef>
              <a:spcAft>
                <a:spcPts val="600"/>
              </a:spcAft>
              <a:buFontTx/>
              <a:buChar char="•"/>
            </a:pPr>
            <a:endParaRPr lang="pt-BR" altLang="ru-RU" sz="1700" dirty="0" smtClean="0">
              <a:solidFill>
                <a:srgbClr val="002060"/>
              </a:solidFill>
            </a:endParaRPr>
          </a:p>
          <a:p>
            <a:pPr algn="just" eaLnBrk="1" hangingPunct="1">
              <a:spcBef>
                <a:spcPts val="600"/>
              </a:spcBef>
              <a:spcAft>
                <a:spcPts val="600"/>
              </a:spcAft>
              <a:buFontTx/>
              <a:buChar char="•"/>
            </a:pPr>
            <a:endParaRPr lang="pt-BR" altLang="ru-RU" sz="1700" dirty="0" smtClean="0">
              <a:solidFill>
                <a:srgbClr val="002060"/>
              </a:solidFill>
            </a:endParaRPr>
          </a:p>
          <a:p>
            <a:pPr algn="just" eaLnBrk="1" hangingPunct="1">
              <a:spcBef>
                <a:spcPts val="600"/>
              </a:spcBef>
              <a:spcAft>
                <a:spcPts val="600"/>
              </a:spcAft>
              <a:buFontTx/>
              <a:buChar char="•"/>
            </a:pPr>
            <a:endParaRPr lang="pt-BR" altLang="ru-RU" sz="1700" dirty="0" smtClean="0">
              <a:solidFill>
                <a:srgbClr val="002060"/>
              </a:solidFill>
            </a:endParaRPr>
          </a:p>
          <a:p>
            <a:pPr algn="just" eaLnBrk="1" hangingPunct="1">
              <a:spcBef>
                <a:spcPts val="600"/>
              </a:spcBef>
              <a:spcAft>
                <a:spcPts val="600"/>
              </a:spcAft>
              <a:buFontTx/>
              <a:buChar char="•"/>
            </a:pPr>
            <a:endParaRPr lang="pt-BR" altLang="ru-RU" sz="1700" dirty="0" smtClean="0">
              <a:solidFill>
                <a:srgbClr val="002060"/>
              </a:solidFill>
            </a:endParaRPr>
          </a:p>
        </p:txBody>
      </p:sp>
      <p:sp>
        <p:nvSpPr>
          <p:cNvPr id="5" name="Rectangle 5"/>
          <p:cNvSpPr>
            <a:spLocks noChangeArrowheads="1"/>
          </p:cNvSpPr>
          <p:nvPr/>
        </p:nvSpPr>
        <p:spPr bwMode="auto">
          <a:xfrm>
            <a:off x="2730222" y="2534424"/>
            <a:ext cx="1998662" cy="1028700"/>
          </a:xfrm>
          <a:prstGeom prst="rect">
            <a:avLst/>
          </a:prstGeom>
          <a:solidFill>
            <a:srgbClr val="FFFF00"/>
          </a:solidFill>
          <a:ln w="38100" algn="ctr">
            <a:noFill/>
            <a:round/>
            <a:headEnd type="triangle" w="med" len="me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eaLnBrk="0" hangingPunct="0">
              <a:lnSpc>
                <a:spcPct val="90000"/>
              </a:lnSpc>
              <a:spcBef>
                <a:spcPct val="50000"/>
              </a:spcBef>
              <a:defRPr/>
            </a:pPr>
            <a:r>
              <a:rPr lang="pt-BR" sz="1600" b="1" dirty="0">
                <a:solidFill>
                  <a:schemeClr val="tx2"/>
                </a:solidFill>
              </a:rPr>
              <a:t>Process </a:t>
            </a:r>
          </a:p>
          <a:p>
            <a:pPr algn="ctr" eaLnBrk="0" hangingPunct="0">
              <a:lnSpc>
                <a:spcPct val="90000"/>
              </a:lnSpc>
              <a:spcBef>
                <a:spcPct val="50000"/>
              </a:spcBef>
              <a:defRPr/>
            </a:pPr>
            <a:r>
              <a:rPr lang="pt-BR" sz="1600" b="1" dirty="0">
                <a:solidFill>
                  <a:schemeClr val="tx2"/>
                </a:solidFill>
              </a:rPr>
              <a:t>(MEAN)</a:t>
            </a:r>
          </a:p>
        </p:txBody>
      </p:sp>
      <p:sp>
        <p:nvSpPr>
          <p:cNvPr id="6" name="Left Arrow 6"/>
          <p:cNvSpPr>
            <a:spLocks noChangeArrowheads="1"/>
          </p:cNvSpPr>
          <p:nvPr/>
        </p:nvSpPr>
        <p:spPr bwMode="auto">
          <a:xfrm rot="10800000">
            <a:off x="4872319" y="2847068"/>
            <a:ext cx="1219200" cy="285750"/>
          </a:xfrm>
          <a:prstGeom prst="leftArrow">
            <a:avLst>
              <a:gd name="adj1" fmla="val 50000"/>
              <a:gd name="adj2" fmla="val 50000"/>
            </a:avLst>
          </a:prstGeom>
          <a:solidFill>
            <a:schemeClr val="tx1"/>
          </a:solidFill>
          <a:ln w="9525" algn="ctr">
            <a:noFill/>
            <a:round/>
            <a:headEnd type="triangle" w="med" len="me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marL="342900" indent="-342900" algn="ctr" eaLnBrk="0" hangingPunct="0">
              <a:lnSpc>
                <a:spcPct val="90000"/>
              </a:lnSpc>
              <a:spcBef>
                <a:spcPct val="50000"/>
              </a:spcBef>
              <a:defRPr/>
            </a:pPr>
            <a:endParaRPr lang="en-US" b="1"/>
          </a:p>
        </p:txBody>
      </p:sp>
      <p:sp>
        <p:nvSpPr>
          <p:cNvPr id="7" name="Left Arrow 7"/>
          <p:cNvSpPr>
            <a:spLocks noChangeArrowheads="1"/>
          </p:cNvSpPr>
          <p:nvPr/>
        </p:nvSpPr>
        <p:spPr bwMode="auto">
          <a:xfrm rot="10800000">
            <a:off x="1358996" y="2836982"/>
            <a:ext cx="1219200" cy="285750"/>
          </a:xfrm>
          <a:prstGeom prst="leftArrow">
            <a:avLst>
              <a:gd name="adj1" fmla="val 50000"/>
              <a:gd name="adj2" fmla="val 50000"/>
            </a:avLst>
          </a:prstGeom>
          <a:solidFill>
            <a:srgbClr val="00B050"/>
          </a:solidFill>
          <a:ln w="9525" algn="ctr">
            <a:noFill/>
            <a:round/>
            <a:headEnd type="triangle" w="med" len="me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marL="342900" indent="-342900" algn="ctr" eaLnBrk="0" hangingPunct="0">
              <a:lnSpc>
                <a:spcPct val="90000"/>
              </a:lnSpc>
              <a:spcBef>
                <a:spcPct val="50000"/>
              </a:spcBef>
              <a:defRPr/>
            </a:pPr>
            <a:endParaRPr lang="en-US" b="1"/>
          </a:p>
        </p:txBody>
      </p:sp>
      <p:sp>
        <p:nvSpPr>
          <p:cNvPr id="11" name="TextBox 10"/>
          <p:cNvSpPr txBox="1"/>
          <p:nvPr/>
        </p:nvSpPr>
        <p:spPr>
          <a:xfrm>
            <a:off x="1376363" y="3163491"/>
            <a:ext cx="958850" cy="338554"/>
          </a:xfrm>
          <a:prstGeom prst="rect">
            <a:avLst/>
          </a:prstGeom>
          <a:noFill/>
        </p:spPr>
        <p:txBody>
          <a:bodyPr>
            <a:spAutoFit/>
          </a:bodyPr>
          <a:lstStyle/>
          <a:p>
            <a:pPr>
              <a:defRPr/>
            </a:pPr>
            <a:r>
              <a:rPr lang="pt-BR" sz="1600" b="1" dirty="0">
                <a:solidFill>
                  <a:srgbClr val="00B050"/>
                </a:solidFill>
                <a:latin typeface="+mj-lt"/>
              </a:rPr>
              <a:t>Input</a:t>
            </a:r>
            <a:endParaRPr lang="en-US" sz="1600" b="1" dirty="0">
              <a:solidFill>
                <a:srgbClr val="00B050"/>
              </a:solidFill>
              <a:latin typeface="+mj-lt"/>
            </a:endParaRPr>
          </a:p>
        </p:txBody>
      </p:sp>
      <p:sp>
        <p:nvSpPr>
          <p:cNvPr id="12" name="TextBox 11"/>
          <p:cNvSpPr txBox="1"/>
          <p:nvPr/>
        </p:nvSpPr>
        <p:spPr>
          <a:xfrm>
            <a:off x="4829175" y="3163491"/>
            <a:ext cx="1301750" cy="584775"/>
          </a:xfrm>
          <a:prstGeom prst="rect">
            <a:avLst/>
          </a:prstGeom>
          <a:noFill/>
        </p:spPr>
        <p:txBody>
          <a:bodyPr>
            <a:spAutoFit/>
          </a:bodyPr>
          <a:lstStyle/>
          <a:p>
            <a:pPr algn="ctr">
              <a:defRPr/>
            </a:pPr>
            <a:r>
              <a:rPr lang="pt-BR" sz="1600" b="1" dirty="0">
                <a:solidFill>
                  <a:srgbClr val="FF0000"/>
                </a:solidFill>
                <a:latin typeface="+mj-lt"/>
              </a:rPr>
              <a:t>Output</a:t>
            </a:r>
          </a:p>
          <a:p>
            <a:pPr algn="ctr">
              <a:defRPr/>
            </a:pPr>
            <a:r>
              <a:rPr lang="pt-BR" sz="1600" b="1" dirty="0">
                <a:solidFill>
                  <a:srgbClr val="FF0000"/>
                </a:solidFill>
                <a:latin typeface="+mj-lt"/>
              </a:rPr>
              <a:t>(Product)</a:t>
            </a:r>
          </a:p>
        </p:txBody>
      </p:sp>
      <p:grpSp>
        <p:nvGrpSpPr>
          <p:cNvPr id="25615" name="Group 21"/>
          <p:cNvGrpSpPr>
            <a:grpSpLocks/>
          </p:cNvGrpSpPr>
          <p:nvPr/>
        </p:nvGrpSpPr>
        <p:grpSpPr bwMode="auto">
          <a:xfrm>
            <a:off x="6323013" y="2517687"/>
            <a:ext cx="1528762" cy="1210092"/>
            <a:chOff x="6443757" y="2085718"/>
            <a:chExt cx="1301750" cy="1898116"/>
          </a:xfrm>
        </p:grpSpPr>
        <p:sp>
          <p:nvSpPr>
            <p:cNvPr id="14" name="TextBox 13"/>
            <p:cNvSpPr txBox="1"/>
            <p:nvPr/>
          </p:nvSpPr>
          <p:spPr>
            <a:xfrm>
              <a:off x="6443757" y="3452788"/>
              <a:ext cx="1301750" cy="531046"/>
            </a:xfrm>
            <a:prstGeom prst="rect">
              <a:avLst/>
            </a:prstGeom>
            <a:noFill/>
          </p:spPr>
          <p:txBody>
            <a:bodyPr>
              <a:spAutoFit/>
            </a:bodyPr>
            <a:lstStyle/>
            <a:p>
              <a:pPr algn="ctr">
                <a:defRPr/>
              </a:pPr>
              <a:r>
                <a:rPr lang="pt-BR" sz="1600" b="1" dirty="0">
                  <a:solidFill>
                    <a:srgbClr val="FF0000"/>
                  </a:solidFill>
                  <a:latin typeface="+mj-lt"/>
                </a:rPr>
                <a:t>Customer</a:t>
              </a:r>
              <a:endParaRPr lang="en-US" sz="1600" b="1" dirty="0">
                <a:solidFill>
                  <a:srgbClr val="FF0000"/>
                </a:solidFill>
                <a:latin typeface="+mj-lt"/>
              </a:endParaRPr>
            </a:p>
          </p:txBody>
        </p:sp>
        <p:pic>
          <p:nvPicPr>
            <p:cNvPr id="25628" name="Picture 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0880" y="2085718"/>
              <a:ext cx="993049" cy="1489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25616" name="Straight Connector 9"/>
          <p:cNvCxnSpPr>
            <a:cxnSpLocks noChangeShapeType="1"/>
          </p:cNvCxnSpPr>
          <p:nvPr/>
        </p:nvCxnSpPr>
        <p:spPr bwMode="auto">
          <a:xfrm rot="5400000">
            <a:off x="2642593" y="3876477"/>
            <a:ext cx="205979" cy="158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5617" name="Straight Connector 10"/>
          <p:cNvCxnSpPr>
            <a:cxnSpLocks noChangeShapeType="1"/>
          </p:cNvCxnSpPr>
          <p:nvPr/>
        </p:nvCxnSpPr>
        <p:spPr bwMode="auto">
          <a:xfrm rot="5400000">
            <a:off x="4639668" y="3877668"/>
            <a:ext cx="205978" cy="158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5618" name="Straight Connector 11"/>
          <p:cNvCxnSpPr>
            <a:cxnSpLocks noChangeShapeType="1"/>
          </p:cNvCxnSpPr>
          <p:nvPr/>
        </p:nvCxnSpPr>
        <p:spPr bwMode="auto">
          <a:xfrm rot="10800000">
            <a:off x="2730501" y="3879056"/>
            <a:ext cx="2011363" cy="1191"/>
          </a:xfrm>
          <a:prstGeom prst="line">
            <a:avLst/>
          </a:prstGeom>
          <a:noFill/>
          <a:ln w="28575" algn="ctr">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pic>
        <p:nvPicPr>
          <p:cNvPr id="25619" name="Picture 3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38400" y="3969544"/>
            <a:ext cx="623888" cy="469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20" name="Picture 2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430714" y="3980260"/>
            <a:ext cx="625475" cy="469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TextBox 27"/>
          <p:cNvSpPr txBox="1"/>
          <p:nvPr/>
        </p:nvSpPr>
        <p:spPr>
          <a:xfrm>
            <a:off x="2130425" y="4461273"/>
            <a:ext cx="1219200" cy="523220"/>
          </a:xfrm>
          <a:prstGeom prst="rect">
            <a:avLst/>
          </a:prstGeom>
          <a:solidFill>
            <a:schemeClr val="bg1"/>
          </a:solidFill>
        </p:spPr>
        <p:txBody>
          <a:bodyPr>
            <a:spAutoFit/>
          </a:bodyPr>
          <a:lstStyle/>
          <a:p>
            <a:pPr algn="ctr">
              <a:defRPr/>
            </a:pPr>
            <a:r>
              <a:rPr lang="pt-BR" sz="1400" b="1" dirty="0">
                <a:solidFill>
                  <a:srgbClr val="00B050"/>
                </a:solidFill>
                <a:latin typeface="+mj-lt"/>
              </a:rPr>
              <a:t>Beginning</a:t>
            </a:r>
          </a:p>
          <a:p>
            <a:pPr algn="ctr">
              <a:defRPr/>
            </a:pPr>
            <a:r>
              <a:rPr lang="pt-BR" sz="1400" b="1" dirty="0">
                <a:solidFill>
                  <a:srgbClr val="00B050"/>
                </a:solidFill>
                <a:latin typeface="+mj-lt"/>
              </a:rPr>
              <a:t>Limit</a:t>
            </a:r>
            <a:endParaRPr lang="en-US" sz="1400" b="1" dirty="0">
              <a:solidFill>
                <a:srgbClr val="00B050"/>
              </a:solidFill>
              <a:latin typeface="+mj-lt"/>
            </a:endParaRPr>
          </a:p>
        </p:txBody>
      </p:sp>
      <p:sp>
        <p:nvSpPr>
          <p:cNvPr id="29" name="TextBox 28"/>
          <p:cNvSpPr txBox="1"/>
          <p:nvPr/>
        </p:nvSpPr>
        <p:spPr>
          <a:xfrm>
            <a:off x="4371975" y="4471988"/>
            <a:ext cx="717550" cy="523220"/>
          </a:xfrm>
          <a:prstGeom prst="rect">
            <a:avLst/>
          </a:prstGeom>
          <a:solidFill>
            <a:schemeClr val="bg1"/>
          </a:solidFill>
        </p:spPr>
        <p:txBody>
          <a:bodyPr>
            <a:spAutoFit/>
          </a:bodyPr>
          <a:lstStyle/>
          <a:p>
            <a:pPr algn="ctr">
              <a:defRPr/>
            </a:pPr>
            <a:r>
              <a:rPr lang="pt-BR" sz="1400" b="1" dirty="0">
                <a:latin typeface="+mj-lt"/>
              </a:rPr>
              <a:t>End  Limit</a:t>
            </a:r>
            <a:endParaRPr lang="en-US" sz="1400" b="1" dirty="0">
              <a:latin typeface="+mj-lt"/>
            </a:endParaRP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a:defRPr/>
            </a:pPr>
            <a:fld id="{9CABD5E7-7C8F-41F3-978E-57AB7672627A}" type="slidenum">
              <a:rPr lang="en-CA" smtClean="0"/>
              <a:pPr>
                <a:defRPr/>
              </a:pPr>
              <a:t>6</a:t>
            </a:fld>
            <a:endParaRPr lang="en-CA" dirty="0"/>
          </a:p>
        </p:txBody>
      </p:sp>
      <p:pic>
        <p:nvPicPr>
          <p:cNvPr id="890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8468" y="1045388"/>
            <a:ext cx="6145213" cy="414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2"/>
          <p:cNvSpPr>
            <a:spLocks noGrp="1" noChangeArrowheads="1"/>
          </p:cNvSpPr>
          <p:nvPr>
            <p:ph type="title"/>
          </p:nvPr>
        </p:nvSpPr>
        <p:spPr>
          <a:xfrm>
            <a:off x="929387" y="382907"/>
            <a:ext cx="6739478" cy="381000"/>
          </a:xfrm>
        </p:spPr>
        <p:txBody>
          <a:bodyPr>
            <a:normAutofit fontScale="90000"/>
          </a:bodyPr>
          <a:lstStyle/>
          <a:p>
            <a:pPr>
              <a:defRPr/>
            </a:pPr>
            <a:r>
              <a:rPr lang="ru-RU" dirty="0">
                <a:solidFill>
                  <a:srgbClr val="C00000"/>
                </a:solidFill>
              </a:rPr>
              <a:t>Что представляет собой Карта Процессов</a:t>
            </a:r>
            <a:r>
              <a:rPr lang="en-US" dirty="0">
                <a:solidFill>
                  <a:srgbClr val="C00000"/>
                </a:solidFill>
              </a:rPr>
              <a:t>?</a:t>
            </a:r>
          </a:p>
        </p:txBody>
      </p:sp>
      <p:sp>
        <p:nvSpPr>
          <p:cNvPr id="8" name="Rectangle 113"/>
          <p:cNvSpPr>
            <a:spLocks noChangeArrowheads="1"/>
          </p:cNvSpPr>
          <p:nvPr/>
        </p:nvSpPr>
        <p:spPr bwMode="auto">
          <a:xfrm>
            <a:off x="1" y="1253101"/>
            <a:ext cx="2638467"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7800" indent="-177800"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algn="ctr" eaLnBrk="1" hangingPunct="1">
              <a:spcBef>
                <a:spcPct val="0"/>
              </a:spcBef>
              <a:buClr>
                <a:schemeClr val="tx2"/>
              </a:buClr>
              <a:buFontTx/>
              <a:buNone/>
            </a:pPr>
            <a:r>
              <a:rPr lang="en-US" altLang="ru-RU" sz="1800" dirty="0">
                <a:solidFill>
                  <a:srgbClr val="002060"/>
                </a:solidFill>
              </a:rPr>
              <a:t>  </a:t>
            </a:r>
            <a:r>
              <a:rPr lang="ru-RU" altLang="ru-RU" sz="1800" dirty="0">
                <a:solidFill>
                  <a:srgbClr val="002060"/>
                </a:solidFill>
              </a:rPr>
              <a:t>Это визуализация процесса в виде последовательных шагов действий, позволяющая разбить укрупненный процесс на наглядные </a:t>
            </a:r>
            <a:r>
              <a:rPr lang="ru-RU" altLang="ru-RU" sz="1800" dirty="0" err="1">
                <a:solidFill>
                  <a:srgbClr val="002060"/>
                </a:solidFill>
              </a:rPr>
              <a:t>подпроцессы</a:t>
            </a:r>
            <a:endParaRPr lang="en-US" altLang="ru-RU" sz="1800" dirty="0">
              <a:solidFill>
                <a:srgbClr val="002060"/>
              </a:solidFill>
            </a:endParaRPr>
          </a:p>
        </p:txBody>
      </p:sp>
      <p:sp>
        <p:nvSpPr>
          <p:cNvPr id="2" name="TextBox 1"/>
          <p:cNvSpPr txBox="1"/>
          <p:nvPr/>
        </p:nvSpPr>
        <p:spPr>
          <a:xfrm>
            <a:off x="2326969" y="938012"/>
            <a:ext cx="1066318" cy="215444"/>
          </a:xfrm>
          <a:prstGeom prst="rect">
            <a:avLst/>
          </a:prstGeom>
          <a:noFill/>
        </p:spPr>
        <p:txBody>
          <a:bodyPr wrap="none" rtlCol="0">
            <a:spAutoFit/>
          </a:bodyPr>
          <a:lstStyle/>
          <a:p>
            <a:r>
              <a:rPr lang="ru-RU" sz="800" dirty="0" smtClean="0"/>
              <a:t>Макро процессы</a:t>
            </a:r>
            <a:endParaRPr lang="ru-RU" sz="800" dirty="0"/>
          </a:p>
        </p:txBody>
      </p:sp>
      <p:sp>
        <p:nvSpPr>
          <p:cNvPr id="9" name="TextBox 8"/>
          <p:cNvSpPr txBox="1"/>
          <p:nvPr/>
        </p:nvSpPr>
        <p:spPr>
          <a:xfrm>
            <a:off x="3704786" y="938299"/>
            <a:ext cx="1308371" cy="215444"/>
          </a:xfrm>
          <a:prstGeom prst="rect">
            <a:avLst/>
          </a:prstGeom>
          <a:noFill/>
        </p:spPr>
        <p:txBody>
          <a:bodyPr wrap="none" rtlCol="0">
            <a:spAutoFit/>
          </a:bodyPr>
          <a:lstStyle/>
          <a:p>
            <a:r>
              <a:rPr lang="ru-RU" sz="800" dirty="0" smtClean="0"/>
              <a:t>Процессный уровень</a:t>
            </a:r>
            <a:endParaRPr lang="ru-RU" sz="800" dirty="0"/>
          </a:p>
        </p:txBody>
      </p:sp>
      <p:sp>
        <p:nvSpPr>
          <p:cNvPr id="10" name="TextBox 9"/>
          <p:cNvSpPr txBox="1"/>
          <p:nvPr/>
        </p:nvSpPr>
        <p:spPr>
          <a:xfrm>
            <a:off x="3968564" y="1995051"/>
            <a:ext cx="1380506" cy="215444"/>
          </a:xfrm>
          <a:prstGeom prst="rect">
            <a:avLst/>
          </a:prstGeom>
          <a:noFill/>
        </p:spPr>
        <p:txBody>
          <a:bodyPr wrap="none" rtlCol="0">
            <a:spAutoFit/>
          </a:bodyPr>
          <a:lstStyle/>
          <a:p>
            <a:r>
              <a:rPr lang="ru-RU" sz="800" dirty="0" smtClean="0"/>
              <a:t>Уровень </a:t>
            </a:r>
            <a:r>
              <a:rPr lang="ru-RU" sz="800" smtClean="0"/>
              <a:t>активоностей</a:t>
            </a:r>
            <a:endParaRPr lang="ru-RU" sz="800" dirty="0"/>
          </a:p>
        </p:txBody>
      </p:sp>
      <p:sp>
        <p:nvSpPr>
          <p:cNvPr id="4" name="TextBox 3"/>
          <p:cNvSpPr txBox="1"/>
          <p:nvPr/>
        </p:nvSpPr>
        <p:spPr>
          <a:xfrm>
            <a:off x="3662579" y="3454201"/>
            <a:ext cx="960519" cy="215444"/>
          </a:xfrm>
          <a:prstGeom prst="rect">
            <a:avLst/>
          </a:prstGeom>
          <a:noFill/>
        </p:spPr>
        <p:txBody>
          <a:bodyPr wrap="none" rtlCol="0">
            <a:spAutoFit/>
          </a:bodyPr>
          <a:lstStyle/>
          <a:p>
            <a:r>
              <a:rPr lang="ru-RU" sz="800" dirty="0" smtClean="0"/>
              <a:t>Уровень задач</a:t>
            </a:r>
            <a:endParaRPr lang="ru-RU" sz="800" dirty="0"/>
          </a:p>
        </p:txBody>
      </p:sp>
    </p:spTree>
    <p:extLst>
      <p:ext uri="{BB962C8B-B14F-4D97-AF65-F5344CB8AC3E}">
        <p14:creationId xmlns:p14="http://schemas.microsoft.com/office/powerpoint/2010/main" val="312270604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790008" y="125575"/>
            <a:ext cx="7886700" cy="994172"/>
          </a:xfrm>
        </p:spPr>
        <p:txBody>
          <a:bodyPr/>
          <a:lstStyle/>
          <a:p>
            <a:pPr>
              <a:defRPr/>
            </a:pPr>
            <a:r>
              <a:rPr lang="ru-RU" dirty="0" smtClean="0"/>
              <a:t>Кто должен использовать Карты Процессов</a:t>
            </a:r>
            <a:r>
              <a:rPr lang="en-US" dirty="0" smtClean="0"/>
              <a:t>?</a:t>
            </a:r>
          </a:p>
        </p:txBody>
      </p:sp>
      <p:sp>
        <p:nvSpPr>
          <p:cNvPr id="26627" name="Content Placeholder 38"/>
          <p:cNvSpPr>
            <a:spLocks noGrp="1"/>
          </p:cNvSpPr>
          <p:nvPr>
            <p:ph idx="1"/>
          </p:nvPr>
        </p:nvSpPr>
        <p:spPr>
          <a:xfrm>
            <a:off x="455788" y="1247498"/>
            <a:ext cx="3914775" cy="3476625"/>
          </a:xfrm>
        </p:spPr>
        <p:txBody>
          <a:bodyPr/>
          <a:lstStyle/>
          <a:p>
            <a:pPr algn="just">
              <a:spcBef>
                <a:spcPct val="50000"/>
              </a:spcBef>
              <a:buFontTx/>
              <a:buChar char="•"/>
              <a:defRPr/>
            </a:pPr>
            <a:r>
              <a:rPr lang="ru-RU" altLang="ru-RU" sz="1600" dirty="0" smtClean="0">
                <a:solidFill>
                  <a:srgbClr val="002060"/>
                </a:solidFill>
              </a:rPr>
              <a:t>Карты процессов мог</a:t>
            </a:r>
            <a:r>
              <a:rPr lang="uk-UA" altLang="ru-RU" sz="1600" dirty="0">
                <a:solidFill>
                  <a:srgbClr val="002060"/>
                </a:solidFill>
              </a:rPr>
              <a:t>у</a:t>
            </a:r>
            <a:r>
              <a:rPr lang="ru-RU" altLang="ru-RU" sz="1600" dirty="0" smtClean="0">
                <a:solidFill>
                  <a:srgbClr val="002060"/>
                </a:solidFill>
              </a:rPr>
              <a:t>т применяться к любому бизнесу, который доставляет продукты клиентам</a:t>
            </a:r>
            <a:endParaRPr lang="en-US" altLang="ru-RU" sz="1600" dirty="0" smtClean="0">
              <a:solidFill>
                <a:srgbClr val="002060"/>
              </a:solidFill>
            </a:endParaRPr>
          </a:p>
          <a:p>
            <a:pPr lvl="1" algn="just">
              <a:spcBef>
                <a:spcPct val="50000"/>
              </a:spcBef>
              <a:defRPr/>
            </a:pPr>
            <a:r>
              <a:rPr lang="ru-RU" altLang="ru-RU" sz="1600" dirty="0" smtClean="0">
                <a:solidFill>
                  <a:srgbClr val="002060"/>
                </a:solidFill>
              </a:rPr>
              <a:t>КП использоваться на всех уровнях организации</a:t>
            </a:r>
          </a:p>
          <a:p>
            <a:pPr marL="87313" lvl="1" indent="-87313" algn="just">
              <a:spcBef>
                <a:spcPct val="50000"/>
              </a:spcBef>
              <a:buFont typeface="Arial" panose="020B0604020202020204" pitchFamily="34" charset="0"/>
              <a:buChar char="•"/>
              <a:defRPr/>
            </a:pPr>
            <a:r>
              <a:rPr lang="ru-RU" altLang="ru-RU" sz="1600" b="1" dirty="0">
                <a:solidFill>
                  <a:srgbClr val="002060"/>
                </a:solidFill>
                <a:latin typeface="AB InBev Headlines" pitchFamily="50" charset="0"/>
              </a:rPr>
              <a:t>КП должны последовательно происходить из Описания Бизнеса (и тем самым должны быть с ним корректно связаны)</a:t>
            </a:r>
          </a:p>
          <a:p>
            <a:pPr algn="just">
              <a:spcBef>
                <a:spcPct val="50000"/>
              </a:spcBef>
              <a:buFontTx/>
              <a:buChar char="•"/>
              <a:defRPr/>
            </a:pPr>
            <a:r>
              <a:rPr lang="ru-RU" altLang="ru-RU" sz="1600" dirty="0" smtClean="0">
                <a:solidFill>
                  <a:srgbClr val="002060"/>
                </a:solidFill>
              </a:rPr>
              <a:t>Владелец Бизнеса несет ответственность за своевременное обновление КП</a:t>
            </a:r>
            <a:endParaRPr lang="en-US" altLang="ru-RU" sz="1600" dirty="0" smtClean="0">
              <a:solidFill>
                <a:srgbClr val="002060"/>
              </a:solidFill>
            </a:endParaRPr>
          </a:p>
          <a:p>
            <a:pPr algn="just">
              <a:buFont typeface="Arial" charset="0"/>
              <a:buNone/>
              <a:defRPr/>
            </a:pPr>
            <a:endParaRPr lang="en-US" altLang="ru-RU" sz="1800" dirty="0" smtClean="0">
              <a:solidFill>
                <a:srgbClr val="002060"/>
              </a:solidFill>
            </a:endParaRPr>
          </a:p>
        </p:txBody>
      </p:sp>
      <p:sp>
        <p:nvSpPr>
          <p:cNvPr id="41" name="Rectangle 30"/>
          <p:cNvSpPr>
            <a:spLocks noChangeArrowheads="1"/>
          </p:cNvSpPr>
          <p:nvPr/>
        </p:nvSpPr>
        <p:spPr bwMode="auto">
          <a:xfrm>
            <a:off x="7060890" y="2224665"/>
            <a:ext cx="1499286" cy="328868"/>
          </a:xfrm>
          <a:prstGeom prst="rect">
            <a:avLst/>
          </a:prstGeom>
          <a:solidFill>
            <a:srgbClr val="FFFFFF">
              <a:lumMod val="65000"/>
            </a:srgbClr>
          </a:solidFill>
          <a:ln w="1587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lIns="90000" tIns="46800" anchor="ctr"/>
          <a:lstStyle/>
          <a:p>
            <a:pPr algn="ctr">
              <a:defRPr/>
            </a:pPr>
            <a:r>
              <a:rPr lang="en-US" sz="1400" b="1">
                <a:solidFill>
                  <a:srgbClr val="000000"/>
                </a:solidFill>
                <a:ea typeface="MS PGothic" pitchFamily="34" charset="-128"/>
              </a:rPr>
              <a:t>Zone </a:t>
            </a:r>
          </a:p>
          <a:p>
            <a:pPr algn="ctr">
              <a:defRPr/>
            </a:pPr>
            <a:r>
              <a:rPr lang="en-US" sz="1400" b="1">
                <a:solidFill>
                  <a:srgbClr val="000000"/>
                </a:solidFill>
                <a:ea typeface="MS PGothic" pitchFamily="34" charset="-128"/>
              </a:rPr>
              <a:t>VP Supply</a:t>
            </a:r>
          </a:p>
        </p:txBody>
      </p:sp>
      <p:sp>
        <p:nvSpPr>
          <p:cNvPr id="42" name="Rectangle 31"/>
          <p:cNvSpPr>
            <a:spLocks noChangeArrowheads="1"/>
          </p:cNvSpPr>
          <p:nvPr/>
        </p:nvSpPr>
        <p:spPr bwMode="auto">
          <a:xfrm>
            <a:off x="7060890" y="1813580"/>
            <a:ext cx="1499286" cy="328868"/>
          </a:xfrm>
          <a:prstGeom prst="rect">
            <a:avLst/>
          </a:prstGeom>
          <a:solidFill>
            <a:srgbClr val="FFFFFF">
              <a:lumMod val="65000"/>
            </a:srgbClr>
          </a:solidFill>
          <a:ln w="1587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lIns="90000" tIns="46800" anchor="ctr"/>
          <a:lstStyle/>
          <a:p>
            <a:pPr algn="ctr">
              <a:defRPr/>
            </a:pPr>
            <a:r>
              <a:rPr lang="en-US" sz="1400" b="1">
                <a:solidFill>
                  <a:srgbClr val="000000"/>
                </a:solidFill>
                <a:ea typeface="MS PGothic" pitchFamily="34" charset="-128"/>
              </a:rPr>
              <a:t>Zone</a:t>
            </a:r>
          </a:p>
          <a:p>
            <a:pPr algn="ctr">
              <a:defRPr/>
            </a:pPr>
            <a:r>
              <a:rPr lang="en-US" sz="1400" b="1">
                <a:solidFill>
                  <a:srgbClr val="000000"/>
                </a:solidFill>
                <a:ea typeface="MS PGothic" pitchFamily="34" charset="-128"/>
              </a:rPr>
              <a:t>Presidents</a:t>
            </a:r>
          </a:p>
        </p:txBody>
      </p:sp>
      <p:sp>
        <p:nvSpPr>
          <p:cNvPr id="43" name="Rectangle 32"/>
          <p:cNvSpPr>
            <a:spLocks noChangeArrowheads="1"/>
          </p:cNvSpPr>
          <p:nvPr/>
        </p:nvSpPr>
        <p:spPr bwMode="auto">
          <a:xfrm>
            <a:off x="4855210" y="1794740"/>
            <a:ext cx="1629032" cy="347708"/>
          </a:xfrm>
          <a:prstGeom prst="rect">
            <a:avLst/>
          </a:prstGeom>
          <a:solidFill>
            <a:srgbClr val="FFFFFF">
              <a:lumMod val="65000"/>
            </a:srgbClr>
          </a:solidFill>
          <a:ln w="1587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lIns="90000" tIns="46800" anchor="ctr"/>
          <a:lstStyle/>
          <a:p>
            <a:pPr algn="ctr">
              <a:defRPr/>
            </a:pPr>
            <a:r>
              <a:rPr lang="en-US" sz="1400" b="1">
                <a:solidFill>
                  <a:srgbClr val="000000"/>
                </a:solidFill>
                <a:ea typeface="MS PGothic" pitchFamily="34" charset="-128"/>
              </a:rPr>
              <a:t>CSuO</a:t>
            </a:r>
          </a:p>
        </p:txBody>
      </p:sp>
      <p:sp>
        <p:nvSpPr>
          <p:cNvPr id="44" name="Rectangle 33"/>
          <p:cNvSpPr>
            <a:spLocks noChangeArrowheads="1"/>
          </p:cNvSpPr>
          <p:nvPr/>
        </p:nvSpPr>
        <p:spPr bwMode="auto">
          <a:xfrm>
            <a:off x="4855210" y="2233230"/>
            <a:ext cx="1629032" cy="363923"/>
          </a:xfrm>
          <a:prstGeom prst="rect">
            <a:avLst/>
          </a:prstGeom>
          <a:solidFill>
            <a:srgbClr val="FFFFFF">
              <a:lumMod val="65000"/>
            </a:srgbClr>
          </a:solidFill>
          <a:ln w="1587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lIns="90000" tIns="46800" anchor="ctr"/>
          <a:lstStyle/>
          <a:p>
            <a:pPr algn="ctr">
              <a:defRPr/>
            </a:pPr>
            <a:r>
              <a:rPr lang="en-US" sz="1400" b="1">
                <a:solidFill>
                  <a:srgbClr val="000000"/>
                </a:solidFill>
                <a:ea typeface="MS PGothic" pitchFamily="34" charset="-128"/>
              </a:rPr>
              <a:t>Global </a:t>
            </a:r>
          </a:p>
          <a:p>
            <a:pPr algn="ctr">
              <a:defRPr/>
            </a:pPr>
            <a:r>
              <a:rPr lang="en-US" sz="1400" b="1">
                <a:solidFill>
                  <a:srgbClr val="000000"/>
                </a:solidFill>
                <a:ea typeface="MS PGothic" pitchFamily="34" charset="-128"/>
              </a:rPr>
              <a:t>Supply VPs</a:t>
            </a:r>
          </a:p>
        </p:txBody>
      </p:sp>
      <p:sp>
        <p:nvSpPr>
          <p:cNvPr id="45" name="Rectangle 34"/>
          <p:cNvSpPr>
            <a:spLocks noChangeArrowheads="1"/>
          </p:cNvSpPr>
          <p:nvPr/>
        </p:nvSpPr>
        <p:spPr bwMode="auto">
          <a:xfrm>
            <a:off x="4855210" y="2691879"/>
            <a:ext cx="1629032" cy="363923"/>
          </a:xfrm>
          <a:prstGeom prst="rect">
            <a:avLst/>
          </a:prstGeom>
          <a:solidFill>
            <a:srgbClr val="FFFFFF">
              <a:lumMod val="65000"/>
            </a:srgbClr>
          </a:solidFill>
          <a:ln w="1587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lIns="90000" tIns="46800" anchor="ctr"/>
          <a:lstStyle/>
          <a:p>
            <a:pPr algn="ctr">
              <a:lnSpc>
                <a:spcPct val="80000"/>
              </a:lnSpc>
              <a:spcBef>
                <a:spcPct val="20000"/>
              </a:spcBef>
              <a:buClr>
                <a:srgbClr val="FF0000"/>
              </a:buClr>
              <a:defRPr/>
            </a:pPr>
            <a:r>
              <a:rPr lang="en-US" sz="1400" b="1" dirty="0">
                <a:solidFill>
                  <a:srgbClr val="000000"/>
                </a:solidFill>
              </a:rPr>
              <a:t>Global Supply</a:t>
            </a:r>
          </a:p>
          <a:p>
            <a:pPr algn="ctr">
              <a:lnSpc>
                <a:spcPct val="80000"/>
              </a:lnSpc>
              <a:spcBef>
                <a:spcPct val="20000"/>
              </a:spcBef>
              <a:buClr>
                <a:srgbClr val="FF0000"/>
              </a:buClr>
              <a:defRPr/>
            </a:pPr>
            <a:r>
              <a:rPr lang="en-US" sz="1400" b="1" dirty="0">
                <a:solidFill>
                  <a:srgbClr val="000000"/>
                </a:solidFill>
              </a:rPr>
              <a:t>Directors</a:t>
            </a:r>
            <a:endParaRPr lang="en-US" sz="1400" b="1" dirty="0">
              <a:solidFill>
                <a:srgbClr val="000000"/>
              </a:solidFill>
              <a:ea typeface="MS PGothic" pitchFamily="34" charset="-128"/>
            </a:endParaRPr>
          </a:p>
        </p:txBody>
      </p:sp>
      <p:sp>
        <p:nvSpPr>
          <p:cNvPr id="46" name="Rectangle 35"/>
          <p:cNvSpPr>
            <a:spLocks noChangeArrowheads="1"/>
          </p:cNvSpPr>
          <p:nvPr/>
        </p:nvSpPr>
        <p:spPr bwMode="auto">
          <a:xfrm>
            <a:off x="4864821" y="3129052"/>
            <a:ext cx="1619422" cy="411085"/>
          </a:xfrm>
          <a:prstGeom prst="rect">
            <a:avLst/>
          </a:prstGeom>
          <a:solidFill>
            <a:srgbClr val="FFFFFF">
              <a:lumMod val="65000"/>
            </a:srgbClr>
          </a:solidFill>
          <a:ln w="1587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lIns="90000" tIns="46800" anchor="ctr"/>
          <a:lstStyle/>
          <a:p>
            <a:pPr algn="ctr">
              <a:defRPr/>
            </a:pPr>
            <a:r>
              <a:rPr lang="en-US" sz="1400" b="1">
                <a:solidFill>
                  <a:srgbClr val="000000"/>
                </a:solidFill>
                <a:ea typeface="MS PGothic" pitchFamily="34" charset="-128"/>
              </a:rPr>
              <a:t>Global Supply</a:t>
            </a:r>
          </a:p>
          <a:p>
            <a:pPr algn="ctr">
              <a:defRPr/>
            </a:pPr>
            <a:r>
              <a:rPr lang="en-US" sz="1400" b="1">
                <a:solidFill>
                  <a:srgbClr val="000000"/>
                </a:solidFill>
                <a:ea typeface="MS PGothic" pitchFamily="34" charset="-128"/>
              </a:rPr>
              <a:t> Managers</a:t>
            </a:r>
          </a:p>
        </p:txBody>
      </p:sp>
      <p:sp>
        <p:nvSpPr>
          <p:cNvPr id="47" name="Rectangle 36"/>
          <p:cNvSpPr>
            <a:spLocks noChangeArrowheads="1"/>
          </p:cNvSpPr>
          <p:nvPr/>
        </p:nvSpPr>
        <p:spPr bwMode="auto">
          <a:xfrm>
            <a:off x="5907594" y="1320279"/>
            <a:ext cx="1580978" cy="328868"/>
          </a:xfrm>
          <a:prstGeom prst="rect">
            <a:avLst/>
          </a:prstGeom>
          <a:solidFill>
            <a:srgbClr val="FFFFFF">
              <a:lumMod val="65000"/>
            </a:srgbClr>
          </a:solidFill>
          <a:ln w="1587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lIns="90000" tIns="46800" anchor="ctr"/>
          <a:lstStyle/>
          <a:p>
            <a:pPr algn="ctr">
              <a:defRPr/>
            </a:pPr>
            <a:r>
              <a:rPr lang="en-US" sz="1400" b="1">
                <a:solidFill>
                  <a:srgbClr val="000000"/>
                </a:solidFill>
                <a:ea typeface="MS PGothic" pitchFamily="34" charset="-128"/>
              </a:rPr>
              <a:t>CEO</a:t>
            </a:r>
          </a:p>
        </p:txBody>
      </p:sp>
      <p:sp>
        <p:nvSpPr>
          <p:cNvPr id="48" name="Rectangle 37"/>
          <p:cNvSpPr>
            <a:spLocks noChangeArrowheads="1"/>
          </p:cNvSpPr>
          <p:nvPr/>
        </p:nvSpPr>
        <p:spPr bwMode="auto">
          <a:xfrm>
            <a:off x="7056084" y="3058746"/>
            <a:ext cx="1504092" cy="328868"/>
          </a:xfrm>
          <a:prstGeom prst="rect">
            <a:avLst/>
          </a:prstGeom>
          <a:solidFill>
            <a:srgbClr val="FFFFFF">
              <a:lumMod val="65000"/>
            </a:srgbClr>
          </a:solidFill>
          <a:ln w="1587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lIns="90000" tIns="46800" anchor="ctr"/>
          <a:lstStyle/>
          <a:p>
            <a:pPr algn="ctr">
              <a:defRPr/>
            </a:pPr>
            <a:r>
              <a:rPr lang="en-US" sz="1400" b="1" dirty="0">
                <a:solidFill>
                  <a:srgbClr val="000000"/>
                </a:solidFill>
                <a:ea typeface="MS PGothic" pitchFamily="34" charset="-128"/>
              </a:rPr>
              <a:t>Plant</a:t>
            </a:r>
          </a:p>
          <a:p>
            <a:pPr algn="ctr">
              <a:defRPr/>
            </a:pPr>
            <a:r>
              <a:rPr lang="en-US" sz="1400" b="1" dirty="0">
                <a:solidFill>
                  <a:srgbClr val="000000"/>
                </a:solidFill>
                <a:ea typeface="MS PGothic" pitchFamily="34" charset="-128"/>
              </a:rPr>
              <a:t> Manager</a:t>
            </a:r>
          </a:p>
        </p:txBody>
      </p:sp>
      <p:sp>
        <p:nvSpPr>
          <p:cNvPr id="49" name="Rectangle 38"/>
          <p:cNvSpPr>
            <a:spLocks noChangeArrowheads="1"/>
          </p:cNvSpPr>
          <p:nvPr/>
        </p:nvSpPr>
        <p:spPr bwMode="auto">
          <a:xfrm>
            <a:off x="7056084" y="3466405"/>
            <a:ext cx="1504092" cy="328868"/>
          </a:xfrm>
          <a:prstGeom prst="rect">
            <a:avLst/>
          </a:prstGeom>
          <a:solidFill>
            <a:srgbClr val="FFFFFF">
              <a:lumMod val="65000"/>
            </a:srgbClr>
          </a:solidFill>
          <a:ln w="15875" algn="ctr">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lIns="90000" tIns="46800" anchor="ctr"/>
          <a:lstStyle/>
          <a:p>
            <a:pPr algn="ctr">
              <a:defRPr/>
            </a:pPr>
            <a:r>
              <a:rPr lang="en-US" sz="1400" b="1">
                <a:solidFill>
                  <a:srgbClr val="000000"/>
                </a:solidFill>
                <a:ea typeface="MS PGothic" pitchFamily="34" charset="-128"/>
              </a:rPr>
              <a:t>Departmental</a:t>
            </a:r>
          </a:p>
          <a:p>
            <a:pPr algn="ctr">
              <a:defRPr/>
            </a:pPr>
            <a:r>
              <a:rPr lang="en-US" sz="1400" b="1">
                <a:solidFill>
                  <a:srgbClr val="000000"/>
                </a:solidFill>
                <a:ea typeface="MS PGothic" pitchFamily="34" charset="-128"/>
              </a:rPr>
              <a:t> Managers</a:t>
            </a:r>
          </a:p>
        </p:txBody>
      </p:sp>
      <p:sp>
        <p:nvSpPr>
          <p:cNvPr id="50" name="Rectangle 39"/>
          <p:cNvSpPr>
            <a:spLocks noChangeArrowheads="1"/>
          </p:cNvSpPr>
          <p:nvPr/>
        </p:nvSpPr>
        <p:spPr bwMode="auto">
          <a:xfrm>
            <a:off x="7056084" y="3892906"/>
            <a:ext cx="1504092" cy="328868"/>
          </a:xfrm>
          <a:prstGeom prst="rect">
            <a:avLst/>
          </a:prstGeom>
          <a:solidFill>
            <a:srgbClr val="FFFFFF">
              <a:lumMod val="65000"/>
            </a:srgbClr>
          </a:solidFill>
          <a:ln w="15875" algn="ctr">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lIns="90000" tIns="46800" anchor="ctr"/>
          <a:lstStyle/>
          <a:p>
            <a:pPr algn="ctr">
              <a:defRPr/>
            </a:pPr>
            <a:r>
              <a:rPr lang="en-US" sz="1400" b="1" dirty="0">
                <a:solidFill>
                  <a:srgbClr val="000000"/>
                </a:solidFill>
                <a:ea typeface="MS PGothic" pitchFamily="34" charset="-128"/>
              </a:rPr>
              <a:t>Supervisors</a:t>
            </a:r>
          </a:p>
        </p:txBody>
      </p:sp>
      <p:sp>
        <p:nvSpPr>
          <p:cNvPr id="51" name="AutoShape 40"/>
          <p:cNvSpPr>
            <a:spLocks noChangeArrowheads="1"/>
          </p:cNvSpPr>
          <p:nvPr/>
        </p:nvSpPr>
        <p:spPr bwMode="auto">
          <a:xfrm flipH="1">
            <a:off x="8560177" y="3807980"/>
            <a:ext cx="230659" cy="328868"/>
          </a:xfrm>
          <a:prstGeom prst="curvedRightArrow">
            <a:avLst>
              <a:gd name="adj1" fmla="val 35028"/>
              <a:gd name="adj2" fmla="val 75028"/>
              <a:gd name="adj3" fmla="val 31667"/>
            </a:avLst>
          </a:prstGeom>
          <a:solidFill>
            <a:srgbClr val="FF0000"/>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p:spPr>
        <p:txBody>
          <a:bodyPr wrap="none" lIns="90000" tIns="46800" anchor="ctr"/>
          <a:lstStyle/>
          <a:p>
            <a:pPr>
              <a:defRPr/>
            </a:pPr>
            <a:endParaRPr lang="en-US" sz="3200">
              <a:solidFill>
                <a:srgbClr val="000000"/>
              </a:solidFill>
              <a:latin typeface="Arial" charset="0"/>
            </a:endParaRPr>
          </a:p>
        </p:txBody>
      </p:sp>
      <p:sp>
        <p:nvSpPr>
          <p:cNvPr id="52" name="AutoShape 41"/>
          <p:cNvSpPr>
            <a:spLocks noChangeArrowheads="1"/>
          </p:cNvSpPr>
          <p:nvPr/>
        </p:nvSpPr>
        <p:spPr bwMode="auto">
          <a:xfrm flipH="1">
            <a:off x="8560177" y="3396895"/>
            <a:ext cx="230659" cy="328868"/>
          </a:xfrm>
          <a:prstGeom prst="curvedRightArrow">
            <a:avLst>
              <a:gd name="adj1" fmla="val 35028"/>
              <a:gd name="adj2" fmla="val 75028"/>
              <a:gd name="adj3" fmla="val 31667"/>
            </a:avLst>
          </a:prstGeom>
          <a:solidFill>
            <a:srgbClr val="FF0000"/>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p:spPr>
        <p:txBody>
          <a:bodyPr wrap="none" lIns="90000" tIns="46800" anchor="ctr"/>
          <a:lstStyle/>
          <a:p>
            <a:pPr>
              <a:defRPr/>
            </a:pPr>
            <a:endParaRPr lang="en-US" sz="3200">
              <a:solidFill>
                <a:srgbClr val="000000"/>
              </a:solidFill>
              <a:latin typeface="Arial" charset="0"/>
            </a:endParaRPr>
          </a:p>
        </p:txBody>
      </p:sp>
      <p:sp>
        <p:nvSpPr>
          <p:cNvPr id="53" name="AutoShape 42"/>
          <p:cNvSpPr>
            <a:spLocks noChangeArrowheads="1"/>
          </p:cNvSpPr>
          <p:nvPr/>
        </p:nvSpPr>
        <p:spPr bwMode="auto">
          <a:xfrm flipH="1">
            <a:off x="8560176" y="2985811"/>
            <a:ext cx="228258" cy="328868"/>
          </a:xfrm>
          <a:prstGeom prst="curvedRightArrow">
            <a:avLst>
              <a:gd name="adj1" fmla="val 35396"/>
              <a:gd name="adj2" fmla="val 75817"/>
              <a:gd name="adj3" fmla="val 31667"/>
            </a:avLst>
          </a:prstGeom>
          <a:solidFill>
            <a:srgbClr val="FF0000"/>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p:spPr>
        <p:txBody>
          <a:bodyPr wrap="none" lIns="90000" tIns="46800" anchor="ctr"/>
          <a:lstStyle/>
          <a:p>
            <a:pPr>
              <a:defRPr/>
            </a:pPr>
            <a:endParaRPr lang="en-US" sz="3200">
              <a:solidFill>
                <a:srgbClr val="000000"/>
              </a:solidFill>
              <a:latin typeface="Arial" charset="0"/>
            </a:endParaRPr>
          </a:p>
        </p:txBody>
      </p:sp>
      <p:sp>
        <p:nvSpPr>
          <p:cNvPr id="54" name="AutoShape 43"/>
          <p:cNvSpPr>
            <a:spLocks noChangeArrowheads="1"/>
          </p:cNvSpPr>
          <p:nvPr/>
        </p:nvSpPr>
        <p:spPr bwMode="auto">
          <a:xfrm flipV="1">
            <a:off x="6830231" y="3674464"/>
            <a:ext cx="230659" cy="378541"/>
          </a:xfrm>
          <a:prstGeom prst="curvedRightArrow">
            <a:avLst>
              <a:gd name="adj1" fmla="val 40318"/>
              <a:gd name="adj2" fmla="val 86360"/>
              <a:gd name="adj3" fmla="val 31667"/>
            </a:avLst>
          </a:prstGeom>
          <a:solidFill>
            <a:srgbClr val="000000"/>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p:spPr>
        <p:txBody>
          <a:bodyPr wrap="none" lIns="90000" tIns="46800" anchor="ctr"/>
          <a:lstStyle/>
          <a:p>
            <a:pPr>
              <a:defRPr/>
            </a:pPr>
            <a:endParaRPr lang="en-US" sz="3200">
              <a:solidFill>
                <a:srgbClr val="000000"/>
              </a:solidFill>
              <a:latin typeface="Arial" charset="0"/>
            </a:endParaRPr>
          </a:p>
        </p:txBody>
      </p:sp>
      <p:sp>
        <p:nvSpPr>
          <p:cNvPr id="55" name="AutoShape 44"/>
          <p:cNvSpPr>
            <a:spLocks noChangeArrowheads="1"/>
          </p:cNvSpPr>
          <p:nvPr/>
        </p:nvSpPr>
        <p:spPr bwMode="auto">
          <a:xfrm flipV="1">
            <a:off x="6830231" y="3263379"/>
            <a:ext cx="230659" cy="378541"/>
          </a:xfrm>
          <a:prstGeom prst="curvedRightArrow">
            <a:avLst>
              <a:gd name="adj1" fmla="val 40318"/>
              <a:gd name="adj2" fmla="val 86360"/>
              <a:gd name="adj3" fmla="val 31667"/>
            </a:avLst>
          </a:prstGeom>
          <a:solidFill>
            <a:srgbClr val="000000"/>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p:spPr>
        <p:txBody>
          <a:bodyPr wrap="none" lIns="90000" tIns="46800" anchor="ctr"/>
          <a:lstStyle/>
          <a:p>
            <a:pPr>
              <a:defRPr/>
            </a:pPr>
            <a:endParaRPr lang="en-US" sz="3200">
              <a:solidFill>
                <a:srgbClr val="000000"/>
              </a:solidFill>
              <a:latin typeface="Arial" charset="0"/>
            </a:endParaRPr>
          </a:p>
        </p:txBody>
      </p:sp>
      <p:sp>
        <p:nvSpPr>
          <p:cNvPr id="56" name="Rectangle 45"/>
          <p:cNvSpPr>
            <a:spLocks noChangeArrowheads="1"/>
          </p:cNvSpPr>
          <p:nvPr/>
        </p:nvSpPr>
        <p:spPr bwMode="auto">
          <a:xfrm>
            <a:off x="7060890" y="2645790"/>
            <a:ext cx="1504092" cy="328868"/>
          </a:xfrm>
          <a:prstGeom prst="rect">
            <a:avLst/>
          </a:prstGeom>
          <a:solidFill>
            <a:srgbClr val="FFFFFF">
              <a:lumMod val="65000"/>
            </a:srgbClr>
          </a:solidFill>
          <a:ln w="1587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lIns="90000" tIns="46800" anchor="ctr"/>
          <a:lstStyle/>
          <a:p>
            <a:pPr algn="ctr">
              <a:defRPr/>
            </a:pPr>
            <a:r>
              <a:rPr lang="en-US" sz="1400" b="1" dirty="0">
                <a:solidFill>
                  <a:srgbClr val="000000"/>
                </a:solidFill>
                <a:ea typeface="MS PGothic" pitchFamily="34" charset="-128"/>
              </a:rPr>
              <a:t>facility Ops</a:t>
            </a:r>
          </a:p>
          <a:p>
            <a:pPr algn="ctr">
              <a:defRPr/>
            </a:pPr>
            <a:r>
              <a:rPr lang="en-US" sz="1400" b="1" dirty="0">
                <a:solidFill>
                  <a:srgbClr val="000000"/>
                </a:solidFill>
                <a:ea typeface="MS PGothic" pitchFamily="34" charset="-128"/>
              </a:rPr>
              <a:t>Director</a:t>
            </a:r>
          </a:p>
        </p:txBody>
      </p:sp>
      <p:sp>
        <p:nvSpPr>
          <p:cNvPr id="57" name="AutoShape 46"/>
          <p:cNvSpPr>
            <a:spLocks noChangeArrowheads="1"/>
          </p:cNvSpPr>
          <p:nvPr/>
        </p:nvSpPr>
        <p:spPr bwMode="auto">
          <a:xfrm flipV="1">
            <a:off x="6830231" y="2852440"/>
            <a:ext cx="230659" cy="378541"/>
          </a:xfrm>
          <a:prstGeom prst="curvedRightArrow">
            <a:avLst>
              <a:gd name="adj1" fmla="val 40318"/>
              <a:gd name="adj2" fmla="val 86360"/>
              <a:gd name="adj3" fmla="val 31667"/>
            </a:avLst>
          </a:prstGeom>
          <a:solidFill>
            <a:srgbClr val="000000"/>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p:spPr>
        <p:txBody>
          <a:bodyPr wrap="none" lIns="90000" tIns="46800" anchor="ctr"/>
          <a:lstStyle/>
          <a:p>
            <a:pPr>
              <a:defRPr/>
            </a:pPr>
            <a:endParaRPr lang="en-US" sz="3200">
              <a:solidFill>
                <a:srgbClr val="000000"/>
              </a:solidFill>
              <a:latin typeface="Arial" charset="0"/>
            </a:endParaRPr>
          </a:p>
        </p:txBody>
      </p:sp>
      <p:sp>
        <p:nvSpPr>
          <p:cNvPr id="58" name="AutoShape 47"/>
          <p:cNvSpPr>
            <a:spLocks noChangeArrowheads="1"/>
          </p:cNvSpPr>
          <p:nvPr/>
        </p:nvSpPr>
        <p:spPr bwMode="auto">
          <a:xfrm flipV="1">
            <a:off x="4523638" y="2952629"/>
            <a:ext cx="230659" cy="378541"/>
          </a:xfrm>
          <a:prstGeom prst="curvedRightArrow">
            <a:avLst>
              <a:gd name="adj1" fmla="val 40318"/>
              <a:gd name="adj2" fmla="val 86360"/>
              <a:gd name="adj3" fmla="val 31667"/>
            </a:avLst>
          </a:prstGeom>
          <a:solidFill>
            <a:srgbClr val="000000"/>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p:spPr>
        <p:txBody>
          <a:bodyPr wrap="none" lIns="90000" tIns="46800" anchor="ctr"/>
          <a:lstStyle/>
          <a:p>
            <a:pPr>
              <a:defRPr/>
            </a:pPr>
            <a:endParaRPr lang="en-US" sz="3200">
              <a:solidFill>
                <a:srgbClr val="000000"/>
              </a:solidFill>
              <a:latin typeface="Arial" charset="0"/>
            </a:endParaRPr>
          </a:p>
        </p:txBody>
      </p:sp>
      <p:sp>
        <p:nvSpPr>
          <p:cNvPr id="59" name="AutoShape 48"/>
          <p:cNvSpPr>
            <a:spLocks noChangeArrowheads="1"/>
          </p:cNvSpPr>
          <p:nvPr/>
        </p:nvSpPr>
        <p:spPr bwMode="auto">
          <a:xfrm flipV="1">
            <a:off x="4523638" y="2389099"/>
            <a:ext cx="230659" cy="378541"/>
          </a:xfrm>
          <a:prstGeom prst="curvedRightArrow">
            <a:avLst>
              <a:gd name="adj1" fmla="val 40318"/>
              <a:gd name="adj2" fmla="val 86360"/>
              <a:gd name="adj3" fmla="val 31667"/>
            </a:avLst>
          </a:prstGeom>
          <a:solidFill>
            <a:srgbClr val="000000"/>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p:spPr>
        <p:txBody>
          <a:bodyPr wrap="none" lIns="90000" tIns="46800" anchor="ctr"/>
          <a:lstStyle/>
          <a:p>
            <a:pPr>
              <a:defRPr/>
            </a:pPr>
            <a:endParaRPr lang="en-US" sz="3200">
              <a:solidFill>
                <a:srgbClr val="000000"/>
              </a:solidFill>
              <a:latin typeface="Arial" charset="0"/>
            </a:endParaRPr>
          </a:p>
        </p:txBody>
      </p:sp>
      <p:sp>
        <p:nvSpPr>
          <p:cNvPr id="60" name="AutoShape 49"/>
          <p:cNvSpPr>
            <a:spLocks noChangeArrowheads="1"/>
          </p:cNvSpPr>
          <p:nvPr/>
        </p:nvSpPr>
        <p:spPr bwMode="auto">
          <a:xfrm flipV="1">
            <a:off x="4523638" y="1895798"/>
            <a:ext cx="230659" cy="378541"/>
          </a:xfrm>
          <a:prstGeom prst="curvedRightArrow">
            <a:avLst>
              <a:gd name="adj1" fmla="val 40318"/>
              <a:gd name="adj2" fmla="val 86360"/>
              <a:gd name="adj3" fmla="val 31667"/>
            </a:avLst>
          </a:prstGeom>
          <a:solidFill>
            <a:srgbClr val="000000"/>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p:spPr>
        <p:txBody>
          <a:bodyPr wrap="none" lIns="90000" tIns="46800" anchor="ctr"/>
          <a:lstStyle/>
          <a:p>
            <a:pPr>
              <a:defRPr/>
            </a:pPr>
            <a:endParaRPr lang="en-US" sz="3200">
              <a:solidFill>
                <a:srgbClr val="000000"/>
              </a:solidFill>
              <a:latin typeface="Arial" charset="0"/>
            </a:endParaRPr>
          </a:p>
        </p:txBody>
      </p:sp>
      <p:sp>
        <p:nvSpPr>
          <p:cNvPr id="61" name="AutoShape 50"/>
          <p:cNvSpPr>
            <a:spLocks noChangeArrowheads="1"/>
          </p:cNvSpPr>
          <p:nvPr/>
        </p:nvSpPr>
        <p:spPr bwMode="auto">
          <a:xfrm flipH="1">
            <a:off x="8560176" y="2011198"/>
            <a:ext cx="228258" cy="328868"/>
          </a:xfrm>
          <a:prstGeom prst="curvedRightArrow">
            <a:avLst>
              <a:gd name="adj1" fmla="val 35396"/>
              <a:gd name="adj2" fmla="val 75817"/>
              <a:gd name="adj3" fmla="val 31667"/>
            </a:avLst>
          </a:prstGeom>
          <a:solidFill>
            <a:srgbClr val="FF0000"/>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p:spPr>
        <p:txBody>
          <a:bodyPr wrap="none" lIns="90000" tIns="46800" anchor="ctr"/>
          <a:lstStyle/>
          <a:p>
            <a:pPr>
              <a:defRPr/>
            </a:pPr>
            <a:endParaRPr lang="en-US" sz="3200">
              <a:solidFill>
                <a:srgbClr val="000000"/>
              </a:solidFill>
              <a:latin typeface="Arial" charset="0"/>
            </a:endParaRPr>
          </a:p>
        </p:txBody>
      </p:sp>
      <p:sp>
        <p:nvSpPr>
          <p:cNvPr id="62" name="AutoShape 51"/>
          <p:cNvSpPr>
            <a:spLocks noChangeArrowheads="1"/>
          </p:cNvSpPr>
          <p:nvPr/>
        </p:nvSpPr>
        <p:spPr bwMode="auto">
          <a:xfrm flipH="1">
            <a:off x="8562579" y="2504499"/>
            <a:ext cx="228258" cy="328868"/>
          </a:xfrm>
          <a:prstGeom prst="curvedRightArrow">
            <a:avLst>
              <a:gd name="adj1" fmla="val 35396"/>
              <a:gd name="adj2" fmla="val 75817"/>
              <a:gd name="adj3" fmla="val 31667"/>
            </a:avLst>
          </a:prstGeom>
          <a:solidFill>
            <a:srgbClr val="FF0000"/>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p:spPr>
        <p:txBody>
          <a:bodyPr wrap="none" lIns="90000" tIns="46800" anchor="ctr"/>
          <a:lstStyle/>
          <a:p>
            <a:pPr>
              <a:defRPr/>
            </a:pPr>
            <a:endParaRPr lang="en-US" sz="3200">
              <a:solidFill>
                <a:srgbClr val="000000"/>
              </a:solidFill>
              <a:latin typeface="Arial" charset="0"/>
            </a:endParaRPr>
          </a:p>
        </p:txBody>
      </p:sp>
      <p:sp>
        <p:nvSpPr>
          <p:cNvPr id="63" name="AutoShape 54"/>
          <p:cNvSpPr>
            <a:spLocks noChangeArrowheads="1"/>
          </p:cNvSpPr>
          <p:nvPr/>
        </p:nvSpPr>
        <p:spPr bwMode="auto">
          <a:xfrm flipV="1">
            <a:off x="6830231" y="2427072"/>
            <a:ext cx="230659" cy="378541"/>
          </a:xfrm>
          <a:prstGeom prst="curvedRightArrow">
            <a:avLst>
              <a:gd name="adj1" fmla="val 40318"/>
              <a:gd name="adj2" fmla="val 86360"/>
              <a:gd name="adj3" fmla="val 31667"/>
            </a:avLst>
          </a:prstGeom>
          <a:solidFill>
            <a:srgbClr val="000000"/>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p:spPr>
        <p:txBody>
          <a:bodyPr wrap="none" lIns="90000" tIns="46800" anchor="ctr"/>
          <a:lstStyle/>
          <a:p>
            <a:pPr>
              <a:defRPr/>
            </a:pPr>
            <a:endParaRPr lang="en-US" sz="3200">
              <a:solidFill>
                <a:srgbClr val="000000"/>
              </a:solidFill>
              <a:latin typeface="Arial" charset="0"/>
            </a:endParaRPr>
          </a:p>
        </p:txBody>
      </p:sp>
      <p:sp>
        <p:nvSpPr>
          <p:cNvPr id="64" name="AutoShape 55"/>
          <p:cNvSpPr>
            <a:spLocks noChangeArrowheads="1"/>
          </p:cNvSpPr>
          <p:nvPr/>
        </p:nvSpPr>
        <p:spPr bwMode="auto">
          <a:xfrm flipV="1">
            <a:off x="6830231" y="1955893"/>
            <a:ext cx="230659" cy="378541"/>
          </a:xfrm>
          <a:prstGeom prst="curvedRightArrow">
            <a:avLst>
              <a:gd name="adj1" fmla="val 40318"/>
              <a:gd name="adj2" fmla="val 86360"/>
              <a:gd name="adj3" fmla="val 31667"/>
            </a:avLst>
          </a:prstGeom>
          <a:solidFill>
            <a:srgbClr val="000000"/>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p:spPr>
        <p:txBody>
          <a:bodyPr wrap="none" lIns="90000" tIns="46800" anchor="ctr"/>
          <a:lstStyle/>
          <a:p>
            <a:pPr>
              <a:defRPr/>
            </a:pPr>
            <a:endParaRPr lang="en-US" sz="3200">
              <a:solidFill>
                <a:srgbClr val="000000"/>
              </a:solidFill>
              <a:latin typeface="Arial" charset="0"/>
            </a:endParaRPr>
          </a:p>
        </p:txBody>
      </p:sp>
      <p:sp>
        <p:nvSpPr>
          <p:cNvPr id="65" name="AutoShape 50"/>
          <p:cNvSpPr>
            <a:spLocks noChangeArrowheads="1"/>
          </p:cNvSpPr>
          <p:nvPr/>
        </p:nvSpPr>
        <p:spPr bwMode="auto">
          <a:xfrm flipH="1">
            <a:off x="6504899" y="2045506"/>
            <a:ext cx="228258" cy="328868"/>
          </a:xfrm>
          <a:prstGeom prst="curvedRightArrow">
            <a:avLst>
              <a:gd name="adj1" fmla="val 35396"/>
              <a:gd name="adj2" fmla="val 75817"/>
              <a:gd name="adj3" fmla="val 31667"/>
            </a:avLst>
          </a:prstGeom>
          <a:solidFill>
            <a:srgbClr val="FF0000"/>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p:spPr>
        <p:txBody>
          <a:bodyPr wrap="none" lIns="90000" tIns="46800" anchor="ctr"/>
          <a:lstStyle/>
          <a:p>
            <a:pPr>
              <a:defRPr/>
            </a:pPr>
            <a:endParaRPr lang="en-US" sz="3200">
              <a:solidFill>
                <a:srgbClr val="000000"/>
              </a:solidFill>
              <a:latin typeface="Arial" charset="0"/>
            </a:endParaRPr>
          </a:p>
        </p:txBody>
      </p:sp>
      <p:sp>
        <p:nvSpPr>
          <p:cNvPr id="66" name="AutoShape 50"/>
          <p:cNvSpPr>
            <a:spLocks noChangeArrowheads="1"/>
          </p:cNvSpPr>
          <p:nvPr/>
        </p:nvSpPr>
        <p:spPr bwMode="auto">
          <a:xfrm flipH="1">
            <a:off x="6525555" y="2479904"/>
            <a:ext cx="228258" cy="328868"/>
          </a:xfrm>
          <a:prstGeom prst="curvedRightArrow">
            <a:avLst>
              <a:gd name="adj1" fmla="val 35396"/>
              <a:gd name="adj2" fmla="val 75817"/>
              <a:gd name="adj3" fmla="val 31667"/>
            </a:avLst>
          </a:prstGeom>
          <a:solidFill>
            <a:srgbClr val="FF0000"/>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p:spPr>
        <p:txBody>
          <a:bodyPr wrap="none" lIns="90000" tIns="46800" anchor="ctr"/>
          <a:lstStyle/>
          <a:p>
            <a:pPr>
              <a:defRPr/>
            </a:pPr>
            <a:endParaRPr lang="en-US" sz="3200">
              <a:solidFill>
                <a:srgbClr val="000000"/>
              </a:solidFill>
              <a:latin typeface="Arial" charset="0"/>
            </a:endParaRPr>
          </a:p>
        </p:txBody>
      </p:sp>
      <p:sp>
        <p:nvSpPr>
          <p:cNvPr id="67" name="AutoShape 50"/>
          <p:cNvSpPr>
            <a:spLocks noChangeArrowheads="1"/>
          </p:cNvSpPr>
          <p:nvPr/>
        </p:nvSpPr>
        <p:spPr bwMode="auto">
          <a:xfrm flipH="1">
            <a:off x="6543511" y="2879794"/>
            <a:ext cx="228258" cy="328868"/>
          </a:xfrm>
          <a:prstGeom prst="curvedRightArrow">
            <a:avLst>
              <a:gd name="adj1" fmla="val 35396"/>
              <a:gd name="adj2" fmla="val 75817"/>
              <a:gd name="adj3" fmla="val 31667"/>
            </a:avLst>
          </a:prstGeom>
          <a:solidFill>
            <a:srgbClr val="FF0000"/>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p:spPr>
        <p:txBody>
          <a:bodyPr wrap="none" lIns="90000" tIns="46800" anchor="ctr"/>
          <a:lstStyle/>
          <a:p>
            <a:pPr>
              <a:defRPr/>
            </a:pPr>
            <a:endParaRPr lang="en-US" sz="3200">
              <a:solidFill>
                <a:srgbClr val="000000"/>
              </a:solidFill>
              <a:latin typeface="Arial" charset="0"/>
            </a:endParaRPr>
          </a:p>
        </p:txBody>
      </p:sp>
      <p:sp>
        <p:nvSpPr>
          <p:cNvPr id="68" name="AutoShape 50"/>
          <p:cNvSpPr>
            <a:spLocks noChangeArrowheads="1"/>
          </p:cNvSpPr>
          <p:nvPr/>
        </p:nvSpPr>
        <p:spPr bwMode="auto">
          <a:xfrm rot="20160000" flipH="1">
            <a:off x="7850860" y="1303290"/>
            <a:ext cx="243849" cy="443115"/>
          </a:xfrm>
          <a:prstGeom prst="curvedRightArrow">
            <a:avLst>
              <a:gd name="adj1" fmla="val 35396"/>
              <a:gd name="adj2" fmla="val 75817"/>
              <a:gd name="adj3" fmla="val 31667"/>
            </a:avLst>
          </a:prstGeom>
          <a:solidFill>
            <a:srgbClr val="FF0000"/>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p:spPr>
        <p:txBody>
          <a:bodyPr wrap="none" lIns="90000" tIns="46800" anchor="ctr"/>
          <a:lstStyle/>
          <a:p>
            <a:pPr>
              <a:defRPr/>
            </a:pPr>
            <a:endParaRPr lang="en-US" sz="3200">
              <a:solidFill>
                <a:srgbClr val="000000"/>
              </a:solidFill>
              <a:latin typeface="Arial" charset="0"/>
            </a:endParaRPr>
          </a:p>
        </p:txBody>
      </p:sp>
      <p:sp>
        <p:nvSpPr>
          <p:cNvPr id="69" name="AutoShape 50"/>
          <p:cNvSpPr>
            <a:spLocks noChangeArrowheads="1"/>
          </p:cNvSpPr>
          <p:nvPr/>
        </p:nvSpPr>
        <p:spPr bwMode="auto">
          <a:xfrm rot="1440000">
            <a:off x="5361851" y="1336085"/>
            <a:ext cx="224239" cy="425589"/>
          </a:xfrm>
          <a:prstGeom prst="curvedRightArrow">
            <a:avLst>
              <a:gd name="adj1" fmla="val 35396"/>
              <a:gd name="adj2" fmla="val 75817"/>
              <a:gd name="adj3" fmla="val 31667"/>
            </a:avLst>
          </a:prstGeom>
          <a:solidFill>
            <a:srgbClr val="FF0000"/>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p:spPr>
        <p:txBody>
          <a:bodyPr wrap="none" lIns="90000" tIns="46800" anchor="ctr"/>
          <a:lstStyle/>
          <a:p>
            <a:pPr>
              <a:defRPr/>
            </a:pPr>
            <a:endParaRPr lang="en-US" sz="3200">
              <a:solidFill>
                <a:srgbClr val="000000"/>
              </a:solidFill>
              <a:latin typeface="Arial" charset="0"/>
            </a:endParaRPr>
          </a:p>
        </p:txBody>
      </p:sp>
      <p:sp>
        <p:nvSpPr>
          <p:cNvPr id="70" name="AutoShape 55"/>
          <p:cNvSpPr>
            <a:spLocks noChangeArrowheads="1"/>
          </p:cNvSpPr>
          <p:nvPr/>
        </p:nvSpPr>
        <p:spPr bwMode="auto">
          <a:xfrm rot="18540000" flipH="1" flipV="1">
            <a:off x="7601441" y="1368552"/>
            <a:ext cx="172994" cy="504721"/>
          </a:xfrm>
          <a:prstGeom prst="curvedRightArrow">
            <a:avLst>
              <a:gd name="adj1" fmla="val 40318"/>
              <a:gd name="adj2" fmla="val 86360"/>
              <a:gd name="adj3" fmla="val 31667"/>
            </a:avLst>
          </a:prstGeom>
          <a:solidFill>
            <a:srgbClr val="000000"/>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p:spPr>
        <p:txBody>
          <a:bodyPr wrap="none" lIns="90000" tIns="46800" anchor="ctr"/>
          <a:lstStyle/>
          <a:p>
            <a:pPr>
              <a:defRPr/>
            </a:pPr>
            <a:endParaRPr lang="en-US" sz="3200">
              <a:solidFill>
                <a:srgbClr val="000000"/>
              </a:solidFill>
              <a:latin typeface="Arial" charset="0"/>
            </a:endParaRPr>
          </a:p>
        </p:txBody>
      </p:sp>
      <p:sp>
        <p:nvSpPr>
          <p:cNvPr id="71" name="AutoShape 55"/>
          <p:cNvSpPr>
            <a:spLocks noChangeArrowheads="1"/>
          </p:cNvSpPr>
          <p:nvPr/>
        </p:nvSpPr>
        <p:spPr bwMode="auto">
          <a:xfrm rot="3060000" flipV="1">
            <a:off x="5634989" y="1373814"/>
            <a:ext cx="172994" cy="504721"/>
          </a:xfrm>
          <a:prstGeom prst="curvedRightArrow">
            <a:avLst>
              <a:gd name="adj1" fmla="val 40318"/>
              <a:gd name="adj2" fmla="val 86360"/>
              <a:gd name="adj3" fmla="val 31667"/>
            </a:avLst>
          </a:prstGeom>
          <a:solidFill>
            <a:srgbClr val="000000"/>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p:spPr>
        <p:txBody>
          <a:bodyPr wrap="none" lIns="90000" tIns="46800" anchor="ctr"/>
          <a:lstStyle/>
          <a:p>
            <a:pPr>
              <a:defRPr/>
            </a:pPr>
            <a:endParaRPr lang="en-US" sz="3200">
              <a:solidFill>
                <a:srgbClr val="000000"/>
              </a:solidFill>
              <a:latin typeface="Arial" charset="0"/>
            </a:endParaRPr>
          </a:p>
        </p:txBody>
      </p:sp>
      <p:sp>
        <p:nvSpPr>
          <p:cNvPr id="35" name="Rectangle 39"/>
          <p:cNvSpPr>
            <a:spLocks noChangeArrowheads="1"/>
          </p:cNvSpPr>
          <p:nvPr/>
        </p:nvSpPr>
        <p:spPr bwMode="auto">
          <a:xfrm>
            <a:off x="7050830" y="4231865"/>
            <a:ext cx="1504092" cy="426846"/>
          </a:xfrm>
          <a:prstGeom prst="rect">
            <a:avLst/>
          </a:prstGeom>
          <a:solidFill>
            <a:srgbClr val="FFFFFF">
              <a:lumMod val="65000"/>
            </a:srgbClr>
          </a:solidFill>
          <a:ln w="15875" algn="ctr">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lIns="90000" tIns="46800" anchor="ctr"/>
          <a:lstStyle/>
          <a:p>
            <a:pPr algn="ctr">
              <a:defRPr/>
            </a:pPr>
            <a:r>
              <a:rPr lang="en-US" sz="1400" b="1" dirty="0">
                <a:solidFill>
                  <a:srgbClr val="000000"/>
                </a:solidFill>
                <a:ea typeface="MS PGothic" pitchFamily="34" charset="-128"/>
              </a:rPr>
              <a:t>Operators &amp; </a:t>
            </a:r>
          </a:p>
          <a:p>
            <a:pPr algn="ctr">
              <a:defRPr/>
            </a:pPr>
            <a:r>
              <a:rPr lang="en-US" sz="1400" b="1" dirty="0">
                <a:solidFill>
                  <a:srgbClr val="000000"/>
                </a:solidFill>
                <a:ea typeface="MS PGothic" pitchFamily="34" charset="-128"/>
              </a:rPr>
              <a:t>Technicians</a:t>
            </a:r>
          </a:p>
        </p:txBody>
      </p:sp>
      <p:sp>
        <p:nvSpPr>
          <p:cNvPr id="36" name="AutoShape 43"/>
          <p:cNvSpPr>
            <a:spLocks noChangeArrowheads="1"/>
          </p:cNvSpPr>
          <p:nvPr/>
        </p:nvSpPr>
        <p:spPr bwMode="auto">
          <a:xfrm flipV="1">
            <a:off x="6809210" y="4096191"/>
            <a:ext cx="230659" cy="378541"/>
          </a:xfrm>
          <a:prstGeom prst="curvedRightArrow">
            <a:avLst>
              <a:gd name="adj1" fmla="val 40318"/>
              <a:gd name="adj2" fmla="val 86360"/>
              <a:gd name="adj3" fmla="val 31667"/>
            </a:avLst>
          </a:prstGeom>
          <a:solidFill>
            <a:srgbClr val="000000"/>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p:spPr>
        <p:txBody>
          <a:bodyPr wrap="none" lIns="90000" tIns="46800" anchor="ctr"/>
          <a:lstStyle/>
          <a:p>
            <a:pPr>
              <a:defRPr/>
            </a:pPr>
            <a:endParaRPr lang="en-US" sz="3200">
              <a:solidFill>
                <a:srgbClr val="000000"/>
              </a:solidFill>
              <a:latin typeface="Arial" charset="0"/>
            </a:endParaRPr>
          </a:p>
        </p:txBody>
      </p:sp>
      <p:sp>
        <p:nvSpPr>
          <p:cNvPr id="37" name="AutoShape 40"/>
          <p:cNvSpPr>
            <a:spLocks noChangeArrowheads="1"/>
          </p:cNvSpPr>
          <p:nvPr/>
        </p:nvSpPr>
        <p:spPr bwMode="auto">
          <a:xfrm flipH="1">
            <a:off x="8554921" y="4182412"/>
            <a:ext cx="230659" cy="328868"/>
          </a:xfrm>
          <a:prstGeom prst="curvedRightArrow">
            <a:avLst>
              <a:gd name="adj1" fmla="val 35028"/>
              <a:gd name="adj2" fmla="val 75028"/>
              <a:gd name="adj3" fmla="val 31667"/>
            </a:avLst>
          </a:prstGeom>
          <a:solidFill>
            <a:srgbClr val="FF0000"/>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p:spPr>
        <p:txBody>
          <a:bodyPr wrap="none" lIns="90000" tIns="46800" anchor="ctr"/>
          <a:lstStyle/>
          <a:p>
            <a:pPr>
              <a:defRPr/>
            </a:pPr>
            <a:endParaRPr lang="en-US" sz="3200">
              <a:solidFill>
                <a:srgbClr val="000000"/>
              </a:solidFill>
              <a:latin typeface="Arial" charset="0"/>
            </a:endParaRP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a:defRPr/>
            </a:pPr>
            <a:fld id="{9CABD5E7-7C8F-41F3-978E-57AB7672627A}" type="slidenum">
              <a:rPr lang="en-CA" smtClean="0"/>
              <a:pPr>
                <a:defRPr/>
              </a:pPr>
              <a:t>8</a:t>
            </a:fld>
            <a:endParaRPr lang="en-CA" dirty="0"/>
          </a:p>
        </p:txBody>
      </p:sp>
      <p:sp>
        <p:nvSpPr>
          <p:cNvPr id="6" name="Rectangle 2"/>
          <p:cNvSpPr>
            <a:spLocks noGrp="1" noChangeArrowheads="1"/>
          </p:cNvSpPr>
          <p:nvPr>
            <p:ph type="title"/>
          </p:nvPr>
        </p:nvSpPr>
        <p:spPr>
          <a:xfrm>
            <a:off x="304800" y="2038350"/>
            <a:ext cx="8839200" cy="857250"/>
          </a:xfrm>
        </p:spPr>
        <p:txBody>
          <a:bodyPr>
            <a:normAutofit/>
          </a:bodyPr>
          <a:lstStyle/>
          <a:p>
            <a:pPr algn="ctr">
              <a:defRPr/>
            </a:pPr>
            <a:r>
              <a:rPr lang="ru-RU" dirty="0" smtClean="0">
                <a:solidFill>
                  <a:srgbClr val="C00000"/>
                </a:solidFill>
              </a:rPr>
              <a:t>КАКАЯ ПОЛЬЗА ОТ КАРТ ПРОЦЕССОВ?</a:t>
            </a:r>
            <a:endParaRPr lang="en-US" dirty="0">
              <a:solidFill>
                <a:srgbClr val="C00000"/>
              </a:solidFill>
            </a:endParaRPr>
          </a:p>
        </p:txBody>
      </p:sp>
      <p:pic>
        <p:nvPicPr>
          <p:cNvPr id="7" name="Picture 2" descr="Related image"/>
          <p:cNvPicPr>
            <a:picLocks noChangeAspect="1" noChangeArrowheads="1"/>
          </p:cNvPicPr>
          <p:nvPr/>
        </p:nvPicPr>
        <p:blipFill>
          <a:blip r:embed="rId2" cstate="screen">
            <a:extLst>
              <a:ext uri="{28A0092B-C50C-407E-A947-70E740481C1C}">
                <a14:useLocalDpi xmlns:a14="http://schemas.microsoft.com/office/drawing/2010/main" val="0"/>
              </a:ext>
            </a:extLst>
          </a:blip>
          <a:srcRect/>
          <a:stretch>
            <a:fillRect/>
          </a:stretch>
        </p:blipFill>
        <p:spPr bwMode="auto">
          <a:xfrm>
            <a:off x="228286" y="111361"/>
            <a:ext cx="3188447" cy="149996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Related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9921" y="3125822"/>
            <a:ext cx="1448707" cy="19230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302849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9" name="Rectangle 3"/>
          <p:cNvSpPr>
            <a:spLocks noGrp="1" noChangeArrowheads="1"/>
          </p:cNvSpPr>
          <p:nvPr>
            <p:ph idx="1"/>
          </p:nvPr>
        </p:nvSpPr>
        <p:spPr>
          <a:xfrm>
            <a:off x="228286" y="1620898"/>
            <a:ext cx="8767197" cy="3189097"/>
          </a:xfrm>
        </p:spPr>
        <p:txBody>
          <a:bodyPr/>
          <a:lstStyle/>
          <a:p>
            <a:pPr marL="285750" indent="-285750" eaLnBrk="1" hangingPunct="1">
              <a:lnSpc>
                <a:spcPct val="80000"/>
              </a:lnSpc>
              <a:buFont typeface="Wingdings" panose="05000000000000000000" pitchFamily="2" charset="2"/>
              <a:buChar char="Ø"/>
            </a:pPr>
            <a:endParaRPr lang="en-US" altLang="ru-RU" sz="1400" dirty="0" smtClean="0">
              <a:solidFill>
                <a:srgbClr val="002060"/>
              </a:solidFill>
              <a:latin typeface="Arial" panose="020B0604020202020204" pitchFamily="34" charset="0"/>
              <a:cs typeface="Arial" panose="020B0604020202020204" pitchFamily="34" charset="0"/>
            </a:endParaRPr>
          </a:p>
          <a:p>
            <a:pPr eaLnBrk="1" hangingPunct="1">
              <a:lnSpc>
                <a:spcPct val="80000"/>
              </a:lnSpc>
            </a:pPr>
            <a:r>
              <a:rPr lang="ru-RU" altLang="ru-RU" sz="1400" dirty="0" smtClean="0">
                <a:solidFill>
                  <a:srgbClr val="002060"/>
                </a:solidFill>
                <a:latin typeface="Arial" panose="020B0604020202020204" pitchFamily="34" charset="0"/>
                <a:cs typeface="Arial" panose="020B0604020202020204" pitchFamily="34" charset="0"/>
              </a:rPr>
              <a:t>Повышение эффективности процесса за счет получения информации о:</a:t>
            </a:r>
          </a:p>
          <a:p>
            <a:pPr marL="285750" indent="-285750" eaLnBrk="1" hangingPunct="1">
              <a:lnSpc>
                <a:spcPct val="80000"/>
              </a:lnSpc>
              <a:buFont typeface="Wingdings" panose="05000000000000000000" pitchFamily="2" charset="2"/>
              <a:buChar char="Ø"/>
            </a:pPr>
            <a:endParaRPr lang="ru-RU" altLang="ru-RU" sz="1400" b="0" dirty="0" smtClean="0">
              <a:solidFill>
                <a:srgbClr val="002060"/>
              </a:solidFill>
              <a:latin typeface="Arial" panose="020B0604020202020204" pitchFamily="34" charset="0"/>
              <a:cs typeface="Arial" panose="020B0604020202020204" pitchFamily="34" charset="0"/>
            </a:endParaRPr>
          </a:p>
          <a:p>
            <a:pPr marL="285750" indent="-285750" eaLnBrk="1" hangingPunct="1">
              <a:lnSpc>
                <a:spcPct val="80000"/>
              </a:lnSpc>
              <a:buFont typeface="Wingdings" panose="05000000000000000000" pitchFamily="2" charset="2"/>
              <a:buChar char="Ø"/>
            </a:pPr>
            <a:r>
              <a:rPr lang="ru-RU" altLang="ru-RU" sz="1400" b="0" dirty="0" smtClean="0">
                <a:solidFill>
                  <a:srgbClr val="002060"/>
                </a:solidFill>
                <a:latin typeface="Arial" panose="020B0604020202020204" pitchFamily="34" charset="0"/>
                <a:cs typeface="Arial" panose="020B0604020202020204" pitchFamily="34" charset="0"/>
              </a:rPr>
              <a:t>Физическом  последовательном исполнении действий, узких местах и актуальных задачах</a:t>
            </a:r>
          </a:p>
          <a:p>
            <a:pPr marL="285750" indent="-285750" eaLnBrk="1" hangingPunct="1">
              <a:lnSpc>
                <a:spcPct val="80000"/>
              </a:lnSpc>
              <a:buFont typeface="Wingdings" panose="05000000000000000000" pitchFamily="2" charset="2"/>
              <a:buChar char="Ø"/>
            </a:pPr>
            <a:r>
              <a:rPr lang="ru-RU" altLang="ru-RU" sz="1400" b="0" dirty="0" smtClean="0">
                <a:solidFill>
                  <a:srgbClr val="002060"/>
                </a:solidFill>
                <a:latin typeface="Arial" panose="020B0604020202020204" pitchFamily="34" charset="0"/>
                <a:cs typeface="Arial" panose="020B0604020202020204" pitchFamily="34" charset="0"/>
              </a:rPr>
              <a:t>Точках принятия решений и интерфейсах связи</a:t>
            </a:r>
          </a:p>
          <a:p>
            <a:pPr marL="285750" indent="-285750" eaLnBrk="1" hangingPunct="1">
              <a:lnSpc>
                <a:spcPct val="80000"/>
              </a:lnSpc>
              <a:buFont typeface="Wingdings" panose="05000000000000000000" pitchFamily="2" charset="2"/>
              <a:buChar char="Ø"/>
            </a:pPr>
            <a:r>
              <a:rPr lang="ru-RU" altLang="ru-RU" sz="1400" b="0" dirty="0" smtClean="0">
                <a:solidFill>
                  <a:srgbClr val="002060"/>
                </a:solidFill>
                <a:latin typeface="Arial" panose="020B0604020202020204" pitchFamily="34" charset="0"/>
                <a:cs typeface="Arial" panose="020B0604020202020204" pitchFamily="34" charset="0"/>
              </a:rPr>
              <a:t>Как происходит обмен информации в процессе, как осуществляется передача смен и что происходит с задачи, где идет влияние на добавленную стоимостью </a:t>
            </a:r>
          </a:p>
          <a:p>
            <a:pPr marL="285750" indent="-285750" eaLnBrk="1" hangingPunct="1">
              <a:lnSpc>
                <a:spcPct val="80000"/>
              </a:lnSpc>
              <a:buFont typeface="Wingdings" panose="05000000000000000000" pitchFamily="2" charset="2"/>
              <a:buChar char="Ø"/>
            </a:pPr>
            <a:r>
              <a:rPr lang="ru-RU" altLang="ru-RU" sz="1400" b="0" dirty="0" smtClean="0">
                <a:solidFill>
                  <a:srgbClr val="002060"/>
                </a:solidFill>
                <a:latin typeface="Arial" panose="020B0604020202020204" pitchFamily="34" charset="0"/>
                <a:cs typeface="Arial" panose="020B0604020202020204" pitchFamily="34" charset="0"/>
              </a:rPr>
              <a:t>Повторяющихся действиях</a:t>
            </a:r>
          </a:p>
          <a:p>
            <a:pPr marL="285750" indent="-285750" eaLnBrk="1" hangingPunct="1">
              <a:lnSpc>
                <a:spcPct val="80000"/>
              </a:lnSpc>
              <a:buFont typeface="Wingdings" panose="05000000000000000000" pitchFamily="2" charset="2"/>
              <a:buChar char="Ø"/>
            </a:pPr>
            <a:r>
              <a:rPr lang="ru-RU" altLang="ru-RU" sz="1400" b="0" dirty="0" smtClean="0">
                <a:solidFill>
                  <a:srgbClr val="002060"/>
                </a:solidFill>
                <a:latin typeface="Arial" panose="020B0604020202020204" pitchFamily="34" charset="0"/>
                <a:cs typeface="Arial" panose="020B0604020202020204" pitchFamily="34" charset="0"/>
              </a:rPr>
              <a:t>Возникающих ошибках </a:t>
            </a:r>
          </a:p>
          <a:p>
            <a:pPr marL="285750" indent="-285750" eaLnBrk="1" hangingPunct="1">
              <a:lnSpc>
                <a:spcPct val="80000"/>
              </a:lnSpc>
              <a:buFont typeface="Wingdings" panose="05000000000000000000" pitchFamily="2" charset="2"/>
              <a:buChar char="Ø"/>
            </a:pPr>
            <a:r>
              <a:rPr lang="ru-RU" altLang="ru-RU" sz="1400" b="0" dirty="0" smtClean="0">
                <a:solidFill>
                  <a:srgbClr val="002060"/>
                </a:solidFill>
                <a:latin typeface="Arial" panose="020B0604020202020204" pitchFamily="34" charset="0"/>
                <a:cs typeface="Arial" panose="020B0604020202020204" pitchFamily="34" charset="0"/>
              </a:rPr>
              <a:t>Ненужных проверках </a:t>
            </a:r>
          </a:p>
          <a:p>
            <a:pPr marL="285750" indent="-285750" eaLnBrk="1" hangingPunct="1">
              <a:lnSpc>
                <a:spcPct val="80000"/>
              </a:lnSpc>
              <a:buFont typeface="Wingdings" panose="05000000000000000000" pitchFamily="2" charset="2"/>
              <a:buChar char="Ø"/>
            </a:pPr>
            <a:r>
              <a:rPr lang="ru-RU" altLang="ru-RU" sz="1400" b="0" dirty="0" smtClean="0">
                <a:solidFill>
                  <a:srgbClr val="002060"/>
                </a:solidFill>
                <a:latin typeface="Arial" panose="020B0604020202020204" pitchFamily="34" charset="0"/>
                <a:cs typeface="Arial" panose="020B0604020202020204" pitchFamily="34" charset="0"/>
              </a:rPr>
              <a:t>Централизации и децентрализации деятельности</a:t>
            </a:r>
            <a:r>
              <a:rPr lang="ru-RU" altLang="ru-RU" sz="1400" b="0" dirty="0" smtClean="0">
                <a:solidFill>
                  <a:srgbClr val="FF0000"/>
                </a:solidFill>
                <a:latin typeface="Arial" panose="020B0604020202020204" pitchFamily="34" charset="0"/>
                <a:cs typeface="Arial" panose="020B0604020202020204" pitchFamily="34" charset="0"/>
              </a:rPr>
              <a:t> !!!</a:t>
            </a:r>
          </a:p>
          <a:p>
            <a:pPr marL="285750" indent="-285750">
              <a:lnSpc>
                <a:spcPct val="80000"/>
              </a:lnSpc>
              <a:buFont typeface="Wingdings" panose="05000000000000000000" pitchFamily="2" charset="2"/>
              <a:buChar char="Ø"/>
            </a:pPr>
            <a:r>
              <a:rPr lang="ru-RU" altLang="ru-RU" sz="1400" b="0" dirty="0">
                <a:solidFill>
                  <a:srgbClr val="002060"/>
                </a:solidFill>
                <a:latin typeface="Arial" panose="020B0604020202020204" pitchFamily="34" charset="0"/>
                <a:cs typeface="Arial" panose="020B0604020202020204" pitchFamily="34" charset="0"/>
              </a:rPr>
              <a:t>Необходимом персонале в процессе </a:t>
            </a:r>
            <a:r>
              <a:rPr lang="ru-RU" altLang="ru-RU" sz="1400" b="0" dirty="0" smtClean="0">
                <a:solidFill>
                  <a:srgbClr val="FF0000"/>
                </a:solidFill>
                <a:latin typeface="Arial" panose="020B0604020202020204" pitchFamily="34" charset="0"/>
                <a:cs typeface="Arial" panose="020B0604020202020204" pitchFamily="34" charset="0"/>
              </a:rPr>
              <a:t>!!! </a:t>
            </a:r>
          </a:p>
          <a:p>
            <a:pPr marL="285750" indent="-285750">
              <a:lnSpc>
                <a:spcPct val="80000"/>
              </a:lnSpc>
              <a:buFont typeface="Wingdings" panose="05000000000000000000" pitchFamily="2" charset="2"/>
              <a:buChar char="Ø"/>
            </a:pPr>
            <a:r>
              <a:rPr lang="ru-RU" altLang="ru-RU" sz="1400" b="0" dirty="0">
                <a:solidFill>
                  <a:srgbClr val="002060"/>
                </a:solidFill>
                <a:latin typeface="Arial" panose="020B0604020202020204" pitchFamily="34" charset="0"/>
                <a:cs typeface="Arial" panose="020B0604020202020204" pitchFamily="34" charset="0"/>
              </a:rPr>
              <a:t>Неэффективности </a:t>
            </a:r>
            <a:r>
              <a:rPr lang="ru-RU" altLang="ru-RU" sz="1400" b="0" dirty="0" smtClean="0">
                <a:solidFill>
                  <a:srgbClr val="002060"/>
                </a:solidFill>
                <a:latin typeface="Arial" panose="020B0604020202020204" pitchFamily="34" charset="0"/>
                <a:cs typeface="Arial" panose="020B0604020202020204" pitchFamily="34" charset="0"/>
              </a:rPr>
              <a:t>аутсорсинга </a:t>
            </a:r>
            <a:r>
              <a:rPr lang="ru-RU" altLang="ru-RU" sz="1400" b="0" dirty="0" smtClean="0">
                <a:solidFill>
                  <a:srgbClr val="FF0000"/>
                </a:solidFill>
                <a:latin typeface="Arial" panose="020B0604020202020204" pitchFamily="34" charset="0"/>
                <a:cs typeface="Arial" panose="020B0604020202020204" pitchFamily="34" charset="0"/>
              </a:rPr>
              <a:t>!!!</a:t>
            </a:r>
            <a:endParaRPr lang="ru-RU" altLang="ru-RU" sz="1400" b="0" dirty="0">
              <a:solidFill>
                <a:srgbClr val="FF0000"/>
              </a:solidFill>
              <a:latin typeface="Arial" panose="020B0604020202020204" pitchFamily="34" charset="0"/>
              <a:cs typeface="Arial" panose="020B0604020202020204" pitchFamily="34" charset="0"/>
            </a:endParaRPr>
          </a:p>
          <a:p>
            <a:pPr marL="285750" indent="-285750">
              <a:lnSpc>
                <a:spcPct val="80000"/>
              </a:lnSpc>
              <a:buFont typeface="Wingdings" panose="05000000000000000000" pitchFamily="2" charset="2"/>
              <a:buChar char="Ø"/>
            </a:pPr>
            <a:endParaRPr lang="ru-RU" altLang="ru-RU" sz="1400" b="0" dirty="0">
              <a:solidFill>
                <a:srgbClr val="FF0000"/>
              </a:solidFill>
              <a:latin typeface="Arial" panose="020B0604020202020204" pitchFamily="34" charset="0"/>
              <a:cs typeface="Arial" panose="020B0604020202020204" pitchFamily="34" charset="0"/>
            </a:endParaRPr>
          </a:p>
          <a:p>
            <a:pPr marL="285750" indent="-285750" eaLnBrk="1" hangingPunct="1">
              <a:lnSpc>
                <a:spcPct val="80000"/>
              </a:lnSpc>
              <a:buFont typeface="Wingdings" panose="05000000000000000000" pitchFamily="2" charset="2"/>
              <a:buChar char="Ø"/>
            </a:pPr>
            <a:endParaRPr lang="ru-RU" altLang="ru-RU" sz="1400" b="0" dirty="0" smtClean="0">
              <a:solidFill>
                <a:srgbClr val="002060"/>
              </a:solidFill>
              <a:latin typeface="Arial" panose="020B0604020202020204" pitchFamily="34" charset="0"/>
              <a:cs typeface="Arial" panose="020B0604020202020204" pitchFamily="34" charset="0"/>
            </a:endParaRPr>
          </a:p>
          <a:p>
            <a:pPr marL="285750" indent="-285750" eaLnBrk="1" hangingPunct="1">
              <a:lnSpc>
                <a:spcPct val="80000"/>
              </a:lnSpc>
              <a:buFont typeface="Wingdings" panose="05000000000000000000" pitchFamily="2" charset="2"/>
              <a:buChar char="Ø"/>
            </a:pPr>
            <a:endParaRPr lang="en-GB" altLang="ru-RU" sz="1200" b="0" dirty="0" smtClean="0">
              <a:solidFill>
                <a:srgbClr val="002060"/>
              </a:solidFill>
              <a:latin typeface="Arial" panose="020B0604020202020204" pitchFamily="34" charset="0"/>
              <a:cs typeface="Arial" panose="020B0604020202020204" pitchFamily="34" charset="0"/>
            </a:endParaRPr>
          </a:p>
        </p:txBody>
      </p:sp>
      <p:pic>
        <p:nvPicPr>
          <p:cNvPr id="13" name="Picture 2" descr="Related image"/>
          <p:cNvPicPr>
            <a:picLocks noChangeAspect="1" noChangeArrowheads="1"/>
          </p:cNvPicPr>
          <p:nvPr/>
        </p:nvPicPr>
        <p:blipFill>
          <a:blip r:embed="rId3" cstate="screen">
            <a:extLst>
              <a:ext uri="{28A0092B-C50C-407E-A947-70E740481C1C}">
                <a14:useLocalDpi xmlns:a14="http://schemas.microsoft.com/office/drawing/2010/main" val="0"/>
              </a:ext>
            </a:extLst>
          </a:blip>
          <a:srcRect/>
          <a:stretch>
            <a:fillRect/>
          </a:stretch>
        </p:blipFill>
        <p:spPr bwMode="auto">
          <a:xfrm>
            <a:off x="228286" y="111361"/>
            <a:ext cx="3188447" cy="149996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a:defRPr/>
            </a:pPr>
            <a:fld id="{9CABD5E7-7C8F-41F3-978E-57AB7672627A}" type="slidenum">
              <a:rPr lang="en-CA" smtClean="0"/>
              <a:pPr>
                <a:defRPr/>
              </a:pPr>
              <a:t>10</a:t>
            </a:fld>
            <a:endParaRPr lang="en-CA" dirty="0"/>
          </a:p>
        </p:txBody>
      </p:sp>
      <p:pic>
        <p:nvPicPr>
          <p:cNvPr id="9011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3045" y="1585653"/>
            <a:ext cx="8617907" cy="1547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0" y="133350"/>
            <a:ext cx="2286000" cy="14387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7"/>
          <p:cNvPicPr/>
          <p:nvPr/>
        </p:nvPicPr>
        <p:blipFill rotWithShape="1">
          <a:blip r:embed="rId4"/>
          <a:srcRect l="1221" t="28215" r="20682" b="11882"/>
          <a:stretch/>
        </p:blipFill>
        <p:spPr>
          <a:xfrm>
            <a:off x="263045" y="2943616"/>
            <a:ext cx="8617907" cy="2199884"/>
          </a:xfrm>
          <a:prstGeom prst="rect">
            <a:avLst/>
          </a:prstGeom>
          <a:ln>
            <a:solidFill>
              <a:srgbClr val="C00000"/>
            </a:solidFill>
          </a:ln>
        </p:spPr>
      </p:pic>
      <p:sp>
        <p:nvSpPr>
          <p:cNvPr id="9" name="Freeform 8"/>
          <p:cNvSpPr>
            <a:spLocks noEditPoints="1"/>
          </p:cNvSpPr>
          <p:nvPr/>
        </p:nvSpPr>
        <p:spPr bwMode="auto">
          <a:xfrm>
            <a:off x="3352798" y="3858016"/>
            <a:ext cx="981207" cy="627804"/>
          </a:xfrm>
          <a:custGeom>
            <a:avLst/>
            <a:gdLst>
              <a:gd name="T0" fmla="*/ 685 w 1319"/>
              <a:gd name="T1" fmla="*/ 39 h 237"/>
              <a:gd name="T2" fmla="*/ 684 w 1319"/>
              <a:gd name="T3" fmla="*/ 48 h 237"/>
              <a:gd name="T4" fmla="*/ 686 w 1319"/>
              <a:gd name="T5" fmla="*/ 40 h 237"/>
              <a:gd name="T6" fmla="*/ 689 w 1319"/>
              <a:gd name="T7" fmla="*/ 38 h 237"/>
              <a:gd name="T8" fmla="*/ 1030 w 1319"/>
              <a:gd name="T9" fmla="*/ 43 h 237"/>
              <a:gd name="T10" fmla="*/ 1319 w 1319"/>
              <a:gd name="T11" fmla="*/ 126 h 237"/>
              <a:gd name="T12" fmla="*/ 1278 w 1319"/>
              <a:gd name="T13" fmla="*/ 85 h 237"/>
              <a:gd name="T14" fmla="*/ 1098 w 1319"/>
              <a:gd name="T15" fmla="*/ 53 h 237"/>
              <a:gd name="T16" fmla="*/ 927 w 1319"/>
              <a:gd name="T17" fmla="*/ 38 h 237"/>
              <a:gd name="T18" fmla="*/ 835 w 1319"/>
              <a:gd name="T19" fmla="*/ 36 h 237"/>
              <a:gd name="T20" fmla="*/ 809 w 1319"/>
              <a:gd name="T21" fmla="*/ 36 h 237"/>
              <a:gd name="T22" fmla="*/ 927 w 1319"/>
              <a:gd name="T23" fmla="*/ 39 h 237"/>
              <a:gd name="T24" fmla="*/ 906 w 1319"/>
              <a:gd name="T25" fmla="*/ 40 h 237"/>
              <a:gd name="T26" fmla="*/ 954 w 1319"/>
              <a:gd name="T27" fmla="*/ 43 h 237"/>
              <a:gd name="T28" fmla="*/ 718 w 1319"/>
              <a:gd name="T29" fmla="*/ 40 h 237"/>
              <a:gd name="T30" fmla="*/ 1084 w 1319"/>
              <a:gd name="T31" fmla="*/ 57 h 237"/>
              <a:gd name="T32" fmla="*/ 954 w 1319"/>
              <a:gd name="T33" fmla="*/ 48 h 237"/>
              <a:gd name="T34" fmla="*/ 688 w 1319"/>
              <a:gd name="T35" fmla="*/ 45 h 237"/>
              <a:gd name="T36" fmla="*/ 692 w 1319"/>
              <a:gd name="T37" fmla="*/ 45 h 237"/>
              <a:gd name="T38" fmla="*/ 941 w 1319"/>
              <a:gd name="T39" fmla="*/ 49 h 237"/>
              <a:gd name="T40" fmla="*/ 1142 w 1319"/>
              <a:gd name="T41" fmla="*/ 69 h 237"/>
              <a:gd name="T42" fmla="*/ 1291 w 1319"/>
              <a:gd name="T43" fmla="*/ 105 h 237"/>
              <a:gd name="T44" fmla="*/ 1300 w 1319"/>
              <a:gd name="T45" fmla="*/ 134 h 237"/>
              <a:gd name="T46" fmla="*/ 1171 w 1319"/>
              <a:gd name="T47" fmla="*/ 185 h 237"/>
              <a:gd name="T48" fmla="*/ 765 w 1319"/>
              <a:gd name="T49" fmla="*/ 221 h 237"/>
              <a:gd name="T50" fmla="*/ 244 w 1319"/>
              <a:gd name="T51" fmla="*/ 206 h 237"/>
              <a:gd name="T52" fmla="*/ 14 w 1319"/>
              <a:gd name="T53" fmla="*/ 149 h 237"/>
              <a:gd name="T54" fmla="*/ 350 w 1319"/>
              <a:gd name="T55" fmla="*/ 42 h 237"/>
              <a:gd name="T56" fmla="*/ 774 w 1319"/>
              <a:gd name="T57" fmla="*/ 16 h 237"/>
              <a:gd name="T58" fmla="*/ 1123 w 1319"/>
              <a:gd name="T59" fmla="*/ 36 h 237"/>
              <a:gd name="T60" fmla="*/ 1130 w 1319"/>
              <a:gd name="T61" fmla="*/ 38 h 237"/>
              <a:gd name="T62" fmla="*/ 1137 w 1319"/>
              <a:gd name="T63" fmla="*/ 38 h 237"/>
              <a:gd name="T64" fmla="*/ 1144 w 1319"/>
              <a:gd name="T65" fmla="*/ 33 h 237"/>
              <a:gd name="T66" fmla="*/ 1143 w 1319"/>
              <a:gd name="T67" fmla="*/ 25 h 237"/>
              <a:gd name="T68" fmla="*/ 1137 w 1319"/>
              <a:gd name="T69" fmla="*/ 20 h 237"/>
              <a:gd name="T70" fmla="*/ 1131 w 1319"/>
              <a:gd name="T71" fmla="*/ 19 h 237"/>
              <a:gd name="T72" fmla="*/ 1122 w 1319"/>
              <a:gd name="T73" fmla="*/ 19 h 237"/>
              <a:gd name="T74" fmla="*/ 920 w 1319"/>
              <a:gd name="T75" fmla="*/ 2 h 237"/>
              <a:gd name="T76" fmla="*/ 750 w 1319"/>
              <a:gd name="T77" fmla="*/ 1 h 237"/>
              <a:gd name="T78" fmla="*/ 385 w 1319"/>
              <a:gd name="T79" fmla="*/ 23 h 237"/>
              <a:gd name="T80" fmla="*/ 65 w 1319"/>
              <a:gd name="T81" fmla="*/ 94 h 237"/>
              <a:gd name="T82" fmla="*/ 7 w 1319"/>
              <a:gd name="T83" fmla="*/ 168 h 237"/>
              <a:gd name="T84" fmla="*/ 158 w 1319"/>
              <a:gd name="T85" fmla="*/ 212 h 237"/>
              <a:gd name="T86" fmla="*/ 992 w 1319"/>
              <a:gd name="T87" fmla="*/ 223 h 237"/>
              <a:gd name="T88" fmla="*/ 1284 w 1319"/>
              <a:gd name="T89" fmla="*/ 161 h 237"/>
              <a:gd name="T90" fmla="*/ 1319 w 1319"/>
              <a:gd name="T91" fmla="*/ 126 h 237"/>
              <a:gd name="T92" fmla="*/ 985 w 1319"/>
              <a:gd name="T93" fmla="*/ 52 h 237"/>
              <a:gd name="T94" fmla="*/ 688 w 1319"/>
              <a:gd name="T95" fmla="*/ 44 h 237"/>
              <a:gd name="T96" fmla="*/ 1041 w 1319"/>
              <a:gd name="T97" fmla="*/ 46 h 237"/>
              <a:gd name="T98" fmla="*/ 688 w 1319"/>
              <a:gd name="T99" fmla="*/ 45 h 237"/>
              <a:gd name="T100" fmla="*/ 1270 w 1319"/>
              <a:gd name="T101" fmla="*/ 96 h 237"/>
              <a:gd name="T102" fmla="*/ 688 w 1319"/>
              <a:gd name="T103" fmla="*/ 46 h 237"/>
              <a:gd name="T104" fmla="*/ 769 w 1319"/>
              <a:gd name="T105" fmla="*/ 37 h 237"/>
              <a:gd name="T106" fmla="*/ 926 w 1319"/>
              <a:gd name="T107" fmla="*/ 46 h 237"/>
              <a:gd name="T108" fmla="*/ 986 w 1319"/>
              <a:gd name="T109" fmla="*/ 52 h 237"/>
              <a:gd name="T110" fmla="*/ 687 w 1319"/>
              <a:gd name="T111" fmla="*/ 41 h 237"/>
              <a:gd name="T112" fmla="*/ 689 w 1319"/>
              <a:gd name="T113" fmla="*/ 38 h 237"/>
              <a:gd name="T114" fmla="*/ 689 w 1319"/>
              <a:gd name="T115" fmla="*/ 45 h 237"/>
              <a:gd name="T116" fmla="*/ 688 w 1319"/>
              <a:gd name="T117" fmla="*/ 41 h 237"/>
              <a:gd name="T118" fmla="*/ 689 w 1319"/>
              <a:gd name="T119" fmla="*/ 41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19" h="237">
                <a:moveTo>
                  <a:pt x="686" y="40"/>
                </a:moveTo>
                <a:cubicBezTo>
                  <a:pt x="686" y="40"/>
                  <a:pt x="686" y="40"/>
                  <a:pt x="686" y="40"/>
                </a:cubicBezTo>
                <a:cubicBezTo>
                  <a:pt x="686" y="40"/>
                  <a:pt x="685" y="40"/>
                  <a:pt x="684" y="40"/>
                </a:cubicBezTo>
                <a:cubicBezTo>
                  <a:pt x="684" y="40"/>
                  <a:pt x="684" y="40"/>
                  <a:pt x="684" y="40"/>
                </a:cubicBezTo>
                <a:cubicBezTo>
                  <a:pt x="684" y="40"/>
                  <a:pt x="684" y="40"/>
                  <a:pt x="683" y="40"/>
                </a:cubicBezTo>
                <a:cubicBezTo>
                  <a:pt x="684" y="39"/>
                  <a:pt x="685" y="40"/>
                  <a:pt x="685" y="39"/>
                </a:cubicBezTo>
                <a:cubicBezTo>
                  <a:pt x="685" y="39"/>
                  <a:pt x="685" y="39"/>
                  <a:pt x="685" y="39"/>
                </a:cubicBezTo>
                <a:cubicBezTo>
                  <a:pt x="686" y="39"/>
                  <a:pt x="687" y="39"/>
                  <a:pt x="688" y="39"/>
                </a:cubicBezTo>
                <a:cubicBezTo>
                  <a:pt x="687" y="40"/>
                  <a:pt x="686" y="39"/>
                  <a:pt x="686" y="40"/>
                </a:cubicBezTo>
                <a:close/>
                <a:moveTo>
                  <a:pt x="684" y="48"/>
                </a:moveTo>
                <a:cubicBezTo>
                  <a:pt x="685" y="48"/>
                  <a:pt x="685" y="48"/>
                  <a:pt x="685" y="48"/>
                </a:cubicBezTo>
                <a:cubicBezTo>
                  <a:pt x="685" y="48"/>
                  <a:pt x="684" y="48"/>
                  <a:pt x="684" y="48"/>
                </a:cubicBezTo>
                <a:close/>
                <a:moveTo>
                  <a:pt x="685" y="46"/>
                </a:moveTo>
                <a:cubicBezTo>
                  <a:pt x="685" y="46"/>
                  <a:pt x="685" y="46"/>
                  <a:pt x="685" y="46"/>
                </a:cubicBezTo>
                <a:cubicBezTo>
                  <a:pt x="685" y="46"/>
                  <a:pt x="685" y="46"/>
                  <a:pt x="685" y="46"/>
                </a:cubicBezTo>
                <a:close/>
                <a:moveTo>
                  <a:pt x="686" y="40"/>
                </a:moveTo>
                <a:cubicBezTo>
                  <a:pt x="686" y="40"/>
                  <a:pt x="687" y="40"/>
                  <a:pt x="687" y="40"/>
                </a:cubicBezTo>
                <a:cubicBezTo>
                  <a:pt x="686" y="40"/>
                  <a:pt x="686" y="40"/>
                  <a:pt x="686" y="40"/>
                </a:cubicBezTo>
                <a:cubicBezTo>
                  <a:pt x="686" y="40"/>
                  <a:pt x="686" y="40"/>
                  <a:pt x="686" y="40"/>
                </a:cubicBezTo>
                <a:close/>
                <a:moveTo>
                  <a:pt x="686" y="43"/>
                </a:moveTo>
                <a:cubicBezTo>
                  <a:pt x="686" y="44"/>
                  <a:pt x="686" y="43"/>
                  <a:pt x="686" y="43"/>
                </a:cubicBezTo>
                <a:close/>
                <a:moveTo>
                  <a:pt x="689" y="38"/>
                </a:moveTo>
                <a:cubicBezTo>
                  <a:pt x="688" y="38"/>
                  <a:pt x="688" y="38"/>
                  <a:pt x="688" y="39"/>
                </a:cubicBezTo>
                <a:cubicBezTo>
                  <a:pt x="688" y="39"/>
                  <a:pt x="689" y="39"/>
                  <a:pt x="689" y="38"/>
                </a:cubicBezTo>
                <a:close/>
                <a:moveTo>
                  <a:pt x="685" y="46"/>
                </a:moveTo>
                <a:cubicBezTo>
                  <a:pt x="685" y="46"/>
                  <a:pt x="685" y="46"/>
                  <a:pt x="685" y="46"/>
                </a:cubicBezTo>
                <a:close/>
                <a:moveTo>
                  <a:pt x="685" y="45"/>
                </a:moveTo>
                <a:cubicBezTo>
                  <a:pt x="685" y="45"/>
                  <a:pt x="685" y="45"/>
                  <a:pt x="685" y="45"/>
                </a:cubicBezTo>
                <a:cubicBezTo>
                  <a:pt x="685" y="45"/>
                  <a:pt x="685" y="45"/>
                  <a:pt x="685" y="45"/>
                </a:cubicBezTo>
                <a:close/>
                <a:moveTo>
                  <a:pt x="1030" y="43"/>
                </a:moveTo>
                <a:cubicBezTo>
                  <a:pt x="1023" y="42"/>
                  <a:pt x="1012" y="41"/>
                  <a:pt x="1009" y="41"/>
                </a:cubicBezTo>
                <a:cubicBezTo>
                  <a:pt x="1019" y="42"/>
                  <a:pt x="1026" y="43"/>
                  <a:pt x="1030" y="43"/>
                </a:cubicBezTo>
                <a:close/>
                <a:moveTo>
                  <a:pt x="1122" y="54"/>
                </a:moveTo>
                <a:cubicBezTo>
                  <a:pt x="1109" y="53"/>
                  <a:pt x="1109" y="53"/>
                  <a:pt x="1109" y="53"/>
                </a:cubicBezTo>
                <a:cubicBezTo>
                  <a:pt x="1108" y="53"/>
                  <a:pt x="1118" y="54"/>
                  <a:pt x="1122" y="54"/>
                </a:cubicBezTo>
                <a:close/>
                <a:moveTo>
                  <a:pt x="1319" y="126"/>
                </a:moveTo>
                <a:cubicBezTo>
                  <a:pt x="1319" y="125"/>
                  <a:pt x="1319" y="125"/>
                  <a:pt x="1319" y="125"/>
                </a:cubicBezTo>
                <a:cubicBezTo>
                  <a:pt x="1319" y="124"/>
                  <a:pt x="1319" y="124"/>
                  <a:pt x="1319" y="124"/>
                </a:cubicBezTo>
                <a:cubicBezTo>
                  <a:pt x="1319" y="118"/>
                  <a:pt x="1316" y="112"/>
                  <a:pt x="1313" y="108"/>
                </a:cubicBezTo>
                <a:cubicBezTo>
                  <a:pt x="1309" y="103"/>
                  <a:pt x="1305" y="100"/>
                  <a:pt x="1301" y="97"/>
                </a:cubicBezTo>
                <a:cubicBezTo>
                  <a:pt x="1293" y="91"/>
                  <a:pt x="1285" y="88"/>
                  <a:pt x="1279" y="86"/>
                </a:cubicBezTo>
                <a:cubicBezTo>
                  <a:pt x="1280" y="86"/>
                  <a:pt x="1280" y="86"/>
                  <a:pt x="1278" y="85"/>
                </a:cubicBezTo>
                <a:cubicBezTo>
                  <a:pt x="1272" y="83"/>
                  <a:pt x="1269" y="82"/>
                  <a:pt x="1262" y="80"/>
                </a:cubicBezTo>
                <a:cubicBezTo>
                  <a:pt x="1239" y="73"/>
                  <a:pt x="1219" y="70"/>
                  <a:pt x="1199" y="67"/>
                </a:cubicBezTo>
                <a:cubicBezTo>
                  <a:pt x="1180" y="64"/>
                  <a:pt x="1162" y="61"/>
                  <a:pt x="1142" y="58"/>
                </a:cubicBezTo>
                <a:cubicBezTo>
                  <a:pt x="1137" y="58"/>
                  <a:pt x="1123" y="55"/>
                  <a:pt x="1119" y="55"/>
                </a:cubicBezTo>
                <a:cubicBezTo>
                  <a:pt x="1126" y="56"/>
                  <a:pt x="1135" y="57"/>
                  <a:pt x="1134" y="57"/>
                </a:cubicBezTo>
                <a:cubicBezTo>
                  <a:pt x="1122" y="56"/>
                  <a:pt x="1106" y="54"/>
                  <a:pt x="1098" y="53"/>
                </a:cubicBezTo>
                <a:cubicBezTo>
                  <a:pt x="1083" y="51"/>
                  <a:pt x="1076" y="50"/>
                  <a:pt x="1062" y="49"/>
                </a:cubicBezTo>
                <a:cubicBezTo>
                  <a:pt x="1059" y="48"/>
                  <a:pt x="1065" y="49"/>
                  <a:pt x="1058" y="48"/>
                </a:cubicBezTo>
                <a:cubicBezTo>
                  <a:pt x="1037" y="46"/>
                  <a:pt x="1027" y="45"/>
                  <a:pt x="1008" y="43"/>
                </a:cubicBezTo>
                <a:cubicBezTo>
                  <a:pt x="1003" y="43"/>
                  <a:pt x="980" y="41"/>
                  <a:pt x="974" y="41"/>
                </a:cubicBezTo>
                <a:cubicBezTo>
                  <a:pt x="968" y="40"/>
                  <a:pt x="980" y="41"/>
                  <a:pt x="975" y="41"/>
                </a:cubicBezTo>
                <a:cubicBezTo>
                  <a:pt x="927" y="38"/>
                  <a:pt x="927" y="38"/>
                  <a:pt x="927" y="38"/>
                </a:cubicBezTo>
                <a:cubicBezTo>
                  <a:pt x="923" y="38"/>
                  <a:pt x="920" y="38"/>
                  <a:pt x="914" y="38"/>
                </a:cubicBezTo>
                <a:cubicBezTo>
                  <a:pt x="909" y="37"/>
                  <a:pt x="915" y="37"/>
                  <a:pt x="908" y="37"/>
                </a:cubicBezTo>
                <a:cubicBezTo>
                  <a:pt x="902" y="37"/>
                  <a:pt x="913" y="38"/>
                  <a:pt x="912" y="38"/>
                </a:cubicBezTo>
                <a:cubicBezTo>
                  <a:pt x="903" y="37"/>
                  <a:pt x="905" y="38"/>
                  <a:pt x="900" y="38"/>
                </a:cubicBezTo>
                <a:cubicBezTo>
                  <a:pt x="888" y="37"/>
                  <a:pt x="880" y="37"/>
                  <a:pt x="869" y="37"/>
                </a:cubicBezTo>
                <a:cubicBezTo>
                  <a:pt x="835" y="36"/>
                  <a:pt x="835" y="36"/>
                  <a:pt x="835" y="36"/>
                </a:cubicBezTo>
                <a:cubicBezTo>
                  <a:pt x="811" y="36"/>
                  <a:pt x="811" y="36"/>
                  <a:pt x="811" y="36"/>
                </a:cubicBezTo>
                <a:cubicBezTo>
                  <a:pt x="786" y="36"/>
                  <a:pt x="786" y="36"/>
                  <a:pt x="786" y="36"/>
                </a:cubicBezTo>
                <a:cubicBezTo>
                  <a:pt x="781" y="36"/>
                  <a:pt x="790" y="36"/>
                  <a:pt x="782" y="36"/>
                </a:cubicBezTo>
                <a:cubicBezTo>
                  <a:pt x="749" y="36"/>
                  <a:pt x="716" y="37"/>
                  <a:pt x="692" y="38"/>
                </a:cubicBezTo>
                <a:cubicBezTo>
                  <a:pt x="729" y="36"/>
                  <a:pt x="757" y="36"/>
                  <a:pt x="790" y="36"/>
                </a:cubicBezTo>
                <a:cubicBezTo>
                  <a:pt x="795" y="36"/>
                  <a:pt x="804" y="36"/>
                  <a:pt x="809" y="36"/>
                </a:cubicBezTo>
                <a:cubicBezTo>
                  <a:pt x="811" y="36"/>
                  <a:pt x="804" y="36"/>
                  <a:pt x="811" y="36"/>
                </a:cubicBezTo>
                <a:cubicBezTo>
                  <a:pt x="818" y="36"/>
                  <a:pt x="818" y="36"/>
                  <a:pt x="818" y="36"/>
                </a:cubicBezTo>
                <a:cubicBezTo>
                  <a:pt x="814" y="36"/>
                  <a:pt x="821" y="36"/>
                  <a:pt x="823" y="37"/>
                </a:cubicBezTo>
                <a:cubicBezTo>
                  <a:pt x="851" y="37"/>
                  <a:pt x="873" y="37"/>
                  <a:pt x="898" y="38"/>
                </a:cubicBezTo>
                <a:cubicBezTo>
                  <a:pt x="902" y="38"/>
                  <a:pt x="894" y="38"/>
                  <a:pt x="900" y="38"/>
                </a:cubicBezTo>
                <a:cubicBezTo>
                  <a:pt x="927" y="39"/>
                  <a:pt x="927" y="39"/>
                  <a:pt x="927" y="39"/>
                </a:cubicBezTo>
                <a:cubicBezTo>
                  <a:pt x="930" y="40"/>
                  <a:pt x="937" y="40"/>
                  <a:pt x="933" y="40"/>
                </a:cubicBezTo>
                <a:cubicBezTo>
                  <a:pt x="901" y="38"/>
                  <a:pt x="856" y="37"/>
                  <a:pt x="817" y="37"/>
                </a:cubicBezTo>
                <a:cubicBezTo>
                  <a:pt x="806" y="37"/>
                  <a:pt x="793" y="37"/>
                  <a:pt x="787" y="37"/>
                </a:cubicBezTo>
                <a:cubicBezTo>
                  <a:pt x="804" y="37"/>
                  <a:pt x="818" y="37"/>
                  <a:pt x="833" y="38"/>
                </a:cubicBezTo>
                <a:cubicBezTo>
                  <a:pt x="853" y="38"/>
                  <a:pt x="874" y="38"/>
                  <a:pt x="893" y="39"/>
                </a:cubicBezTo>
                <a:cubicBezTo>
                  <a:pt x="906" y="40"/>
                  <a:pt x="906" y="40"/>
                  <a:pt x="906" y="40"/>
                </a:cubicBezTo>
                <a:cubicBezTo>
                  <a:pt x="920" y="40"/>
                  <a:pt x="920" y="40"/>
                  <a:pt x="920" y="40"/>
                </a:cubicBezTo>
                <a:cubicBezTo>
                  <a:pt x="929" y="41"/>
                  <a:pt x="929" y="41"/>
                  <a:pt x="929" y="41"/>
                </a:cubicBezTo>
                <a:cubicBezTo>
                  <a:pt x="937" y="41"/>
                  <a:pt x="944" y="41"/>
                  <a:pt x="953" y="42"/>
                </a:cubicBezTo>
                <a:cubicBezTo>
                  <a:pt x="968" y="43"/>
                  <a:pt x="983" y="44"/>
                  <a:pt x="999" y="46"/>
                </a:cubicBezTo>
                <a:cubicBezTo>
                  <a:pt x="1002" y="46"/>
                  <a:pt x="1001" y="46"/>
                  <a:pt x="997" y="46"/>
                </a:cubicBezTo>
                <a:cubicBezTo>
                  <a:pt x="977" y="44"/>
                  <a:pt x="974" y="44"/>
                  <a:pt x="954" y="43"/>
                </a:cubicBezTo>
                <a:cubicBezTo>
                  <a:pt x="956" y="43"/>
                  <a:pt x="958" y="43"/>
                  <a:pt x="957" y="43"/>
                </a:cubicBezTo>
                <a:cubicBezTo>
                  <a:pt x="951" y="43"/>
                  <a:pt x="949" y="42"/>
                  <a:pt x="945" y="42"/>
                </a:cubicBezTo>
                <a:cubicBezTo>
                  <a:pt x="960" y="43"/>
                  <a:pt x="958" y="43"/>
                  <a:pt x="953" y="43"/>
                </a:cubicBezTo>
                <a:cubicBezTo>
                  <a:pt x="916" y="41"/>
                  <a:pt x="870" y="39"/>
                  <a:pt x="840" y="39"/>
                </a:cubicBezTo>
                <a:cubicBezTo>
                  <a:pt x="836" y="39"/>
                  <a:pt x="834" y="39"/>
                  <a:pt x="829" y="39"/>
                </a:cubicBezTo>
                <a:cubicBezTo>
                  <a:pt x="794" y="38"/>
                  <a:pt x="755" y="38"/>
                  <a:pt x="718" y="40"/>
                </a:cubicBezTo>
                <a:cubicBezTo>
                  <a:pt x="761" y="39"/>
                  <a:pt x="805" y="38"/>
                  <a:pt x="854" y="39"/>
                </a:cubicBezTo>
                <a:cubicBezTo>
                  <a:pt x="856" y="39"/>
                  <a:pt x="854" y="39"/>
                  <a:pt x="859" y="40"/>
                </a:cubicBezTo>
                <a:cubicBezTo>
                  <a:pt x="880" y="40"/>
                  <a:pt x="904" y="41"/>
                  <a:pt x="920" y="42"/>
                </a:cubicBezTo>
                <a:cubicBezTo>
                  <a:pt x="941" y="44"/>
                  <a:pt x="941" y="44"/>
                  <a:pt x="941" y="44"/>
                </a:cubicBezTo>
                <a:cubicBezTo>
                  <a:pt x="993" y="47"/>
                  <a:pt x="1030" y="51"/>
                  <a:pt x="1079" y="57"/>
                </a:cubicBezTo>
                <a:cubicBezTo>
                  <a:pt x="1079" y="57"/>
                  <a:pt x="1082" y="57"/>
                  <a:pt x="1084" y="57"/>
                </a:cubicBezTo>
                <a:cubicBezTo>
                  <a:pt x="1073" y="57"/>
                  <a:pt x="1073" y="57"/>
                  <a:pt x="1073" y="57"/>
                </a:cubicBezTo>
                <a:cubicBezTo>
                  <a:pt x="1049" y="54"/>
                  <a:pt x="1049" y="54"/>
                  <a:pt x="1049" y="54"/>
                </a:cubicBezTo>
                <a:cubicBezTo>
                  <a:pt x="1008" y="50"/>
                  <a:pt x="950" y="45"/>
                  <a:pt x="898" y="43"/>
                </a:cubicBezTo>
                <a:cubicBezTo>
                  <a:pt x="892" y="43"/>
                  <a:pt x="897" y="43"/>
                  <a:pt x="901" y="44"/>
                </a:cubicBezTo>
                <a:cubicBezTo>
                  <a:pt x="926" y="45"/>
                  <a:pt x="948" y="46"/>
                  <a:pt x="975" y="48"/>
                </a:cubicBezTo>
                <a:cubicBezTo>
                  <a:pt x="984" y="50"/>
                  <a:pt x="974" y="49"/>
                  <a:pt x="954" y="48"/>
                </a:cubicBezTo>
                <a:cubicBezTo>
                  <a:pt x="937" y="47"/>
                  <a:pt x="914" y="45"/>
                  <a:pt x="893" y="45"/>
                </a:cubicBezTo>
                <a:cubicBezTo>
                  <a:pt x="871" y="44"/>
                  <a:pt x="851" y="43"/>
                  <a:pt x="841" y="43"/>
                </a:cubicBezTo>
                <a:cubicBezTo>
                  <a:pt x="791" y="42"/>
                  <a:pt x="742" y="43"/>
                  <a:pt x="693" y="45"/>
                </a:cubicBezTo>
                <a:cubicBezTo>
                  <a:pt x="689" y="45"/>
                  <a:pt x="689" y="45"/>
                  <a:pt x="689" y="45"/>
                </a:cubicBezTo>
                <a:cubicBezTo>
                  <a:pt x="689" y="45"/>
                  <a:pt x="689" y="45"/>
                  <a:pt x="689" y="45"/>
                </a:cubicBezTo>
                <a:cubicBezTo>
                  <a:pt x="688" y="45"/>
                  <a:pt x="688" y="45"/>
                  <a:pt x="688" y="45"/>
                </a:cubicBezTo>
                <a:cubicBezTo>
                  <a:pt x="686" y="45"/>
                  <a:pt x="686" y="45"/>
                  <a:pt x="686" y="45"/>
                </a:cubicBezTo>
                <a:cubicBezTo>
                  <a:pt x="686" y="45"/>
                  <a:pt x="687" y="45"/>
                  <a:pt x="688" y="45"/>
                </a:cubicBezTo>
                <a:cubicBezTo>
                  <a:pt x="689" y="45"/>
                  <a:pt x="689" y="45"/>
                  <a:pt x="689" y="45"/>
                </a:cubicBezTo>
                <a:cubicBezTo>
                  <a:pt x="689" y="45"/>
                  <a:pt x="689" y="45"/>
                  <a:pt x="689" y="45"/>
                </a:cubicBezTo>
                <a:cubicBezTo>
                  <a:pt x="689" y="45"/>
                  <a:pt x="689" y="45"/>
                  <a:pt x="689" y="45"/>
                </a:cubicBezTo>
                <a:cubicBezTo>
                  <a:pt x="692" y="45"/>
                  <a:pt x="692" y="45"/>
                  <a:pt x="692" y="45"/>
                </a:cubicBezTo>
                <a:cubicBezTo>
                  <a:pt x="701" y="45"/>
                  <a:pt x="701" y="45"/>
                  <a:pt x="701" y="45"/>
                </a:cubicBezTo>
                <a:cubicBezTo>
                  <a:pt x="701" y="45"/>
                  <a:pt x="703" y="44"/>
                  <a:pt x="707" y="44"/>
                </a:cubicBezTo>
                <a:cubicBezTo>
                  <a:pt x="756" y="43"/>
                  <a:pt x="811" y="43"/>
                  <a:pt x="855" y="43"/>
                </a:cubicBezTo>
                <a:cubicBezTo>
                  <a:pt x="873" y="44"/>
                  <a:pt x="908" y="45"/>
                  <a:pt x="926" y="47"/>
                </a:cubicBezTo>
                <a:cubicBezTo>
                  <a:pt x="922" y="47"/>
                  <a:pt x="907" y="46"/>
                  <a:pt x="888" y="46"/>
                </a:cubicBezTo>
                <a:cubicBezTo>
                  <a:pt x="907" y="46"/>
                  <a:pt x="925" y="48"/>
                  <a:pt x="941" y="49"/>
                </a:cubicBezTo>
                <a:cubicBezTo>
                  <a:pt x="955" y="49"/>
                  <a:pt x="978" y="51"/>
                  <a:pt x="985" y="52"/>
                </a:cubicBezTo>
                <a:cubicBezTo>
                  <a:pt x="986" y="52"/>
                  <a:pt x="984" y="52"/>
                  <a:pt x="985" y="52"/>
                </a:cubicBezTo>
                <a:cubicBezTo>
                  <a:pt x="986" y="52"/>
                  <a:pt x="996" y="53"/>
                  <a:pt x="997" y="53"/>
                </a:cubicBezTo>
                <a:cubicBezTo>
                  <a:pt x="1004" y="53"/>
                  <a:pt x="1003" y="53"/>
                  <a:pt x="1011" y="54"/>
                </a:cubicBezTo>
                <a:cubicBezTo>
                  <a:pt x="1022" y="55"/>
                  <a:pt x="1022" y="55"/>
                  <a:pt x="1029" y="56"/>
                </a:cubicBezTo>
                <a:cubicBezTo>
                  <a:pt x="1067" y="59"/>
                  <a:pt x="1104" y="64"/>
                  <a:pt x="1142" y="69"/>
                </a:cubicBezTo>
                <a:cubicBezTo>
                  <a:pt x="1154" y="71"/>
                  <a:pt x="1154" y="71"/>
                  <a:pt x="1154" y="71"/>
                </a:cubicBezTo>
                <a:cubicBezTo>
                  <a:pt x="1158" y="72"/>
                  <a:pt x="1155" y="72"/>
                  <a:pt x="1159" y="72"/>
                </a:cubicBezTo>
                <a:cubicBezTo>
                  <a:pt x="1162" y="73"/>
                  <a:pt x="1161" y="72"/>
                  <a:pt x="1165" y="73"/>
                </a:cubicBezTo>
                <a:cubicBezTo>
                  <a:pt x="1179" y="75"/>
                  <a:pt x="1196" y="78"/>
                  <a:pt x="1211" y="81"/>
                </a:cubicBezTo>
                <a:cubicBezTo>
                  <a:pt x="1229" y="84"/>
                  <a:pt x="1249" y="88"/>
                  <a:pt x="1267" y="94"/>
                </a:cubicBezTo>
                <a:cubicBezTo>
                  <a:pt x="1275" y="97"/>
                  <a:pt x="1284" y="101"/>
                  <a:pt x="1291" y="105"/>
                </a:cubicBezTo>
                <a:cubicBezTo>
                  <a:pt x="1298" y="109"/>
                  <a:pt x="1303" y="114"/>
                  <a:pt x="1305" y="119"/>
                </a:cubicBezTo>
                <a:cubicBezTo>
                  <a:pt x="1306" y="122"/>
                  <a:pt x="1306" y="121"/>
                  <a:pt x="1306" y="121"/>
                </a:cubicBezTo>
                <a:cubicBezTo>
                  <a:pt x="1306" y="121"/>
                  <a:pt x="1306" y="121"/>
                  <a:pt x="1307" y="124"/>
                </a:cubicBezTo>
                <a:cubicBezTo>
                  <a:pt x="1307" y="125"/>
                  <a:pt x="1307" y="126"/>
                  <a:pt x="1307" y="126"/>
                </a:cubicBezTo>
                <a:cubicBezTo>
                  <a:pt x="1307" y="127"/>
                  <a:pt x="1306" y="127"/>
                  <a:pt x="1306" y="128"/>
                </a:cubicBezTo>
                <a:cubicBezTo>
                  <a:pt x="1304" y="130"/>
                  <a:pt x="1302" y="132"/>
                  <a:pt x="1300" y="134"/>
                </a:cubicBezTo>
                <a:cubicBezTo>
                  <a:pt x="1296" y="138"/>
                  <a:pt x="1291" y="142"/>
                  <a:pt x="1285" y="145"/>
                </a:cubicBezTo>
                <a:cubicBezTo>
                  <a:pt x="1274" y="152"/>
                  <a:pt x="1262" y="158"/>
                  <a:pt x="1250" y="163"/>
                </a:cubicBezTo>
                <a:cubicBezTo>
                  <a:pt x="1247" y="164"/>
                  <a:pt x="1244" y="165"/>
                  <a:pt x="1241" y="166"/>
                </a:cubicBezTo>
                <a:cubicBezTo>
                  <a:pt x="1231" y="169"/>
                  <a:pt x="1231" y="169"/>
                  <a:pt x="1231" y="169"/>
                </a:cubicBezTo>
                <a:cubicBezTo>
                  <a:pt x="1224" y="171"/>
                  <a:pt x="1218" y="173"/>
                  <a:pt x="1211" y="175"/>
                </a:cubicBezTo>
                <a:cubicBezTo>
                  <a:pt x="1198" y="178"/>
                  <a:pt x="1184" y="182"/>
                  <a:pt x="1171" y="185"/>
                </a:cubicBezTo>
                <a:cubicBezTo>
                  <a:pt x="1167" y="186"/>
                  <a:pt x="1170" y="185"/>
                  <a:pt x="1164" y="186"/>
                </a:cubicBezTo>
                <a:cubicBezTo>
                  <a:pt x="1156" y="188"/>
                  <a:pt x="1158" y="188"/>
                  <a:pt x="1152" y="189"/>
                </a:cubicBezTo>
                <a:cubicBezTo>
                  <a:pt x="1147" y="190"/>
                  <a:pt x="1144" y="191"/>
                  <a:pt x="1141" y="191"/>
                </a:cubicBezTo>
                <a:cubicBezTo>
                  <a:pt x="1110" y="197"/>
                  <a:pt x="1078" y="201"/>
                  <a:pt x="1045" y="205"/>
                </a:cubicBezTo>
                <a:cubicBezTo>
                  <a:pt x="1013" y="208"/>
                  <a:pt x="980" y="210"/>
                  <a:pt x="947" y="213"/>
                </a:cubicBezTo>
                <a:cubicBezTo>
                  <a:pt x="885" y="217"/>
                  <a:pt x="823" y="220"/>
                  <a:pt x="765" y="221"/>
                </a:cubicBezTo>
                <a:cubicBezTo>
                  <a:pt x="719" y="222"/>
                  <a:pt x="675" y="223"/>
                  <a:pt x="633" y="222"/>
                </a:cubicBezTo>
                <a:cubicBezTo>
                  <a:pt x="578" y="222"/>
                  <a:pt x="530" y="221"/>
                  <a:pt x="478" y="219"/>
                </a:cubicBezTo>
                <a:cubicBezTo>
                  <a:pt x="441" y="218"/>
                  <a:pt x="400" y="216"/>
                  <a:pt x="368" y="214"/>
                </a:cubicBezTo>
                <a:cubicBezTo>
                  <a:pt x="350" y="214"/>
                  <a:pt x="350" y="214"/>
                  <a:pt x="350" y="214"/>
                </a:cubicBezTo>
                <a:cubicBezTo>
                  <a:pt x="321" y="212"/>
                  <a:pt x="321" y="212"/>
                  <a:pt x="321" y="212"/>
                </a:cubicBezTo>
                <a:cubicBezTo>
                  <a:pt x="296" y="210"/>
                  <a:pt x="270" y="209"/>
                  <a:pt x="244" y="206"/>
                </a:cubicBezTo>
                <a:cubicBezTo>
                  <a:pt x="215" y="204"/>
                  <a:pt x="188" y="201"/>
                  <a:pt x="160" y="198"/>
                </a:cubicBezTo>
                <a:cubicBezTo>
                  <a:pt x="144" y="196"/>
                  <a:pt x="129" y="194"/>
                  <a:pt x="114" y="191"/>
                </a:cubicBezTo>
                <a:cubicBezTo>
                  <a:pt x="103" y="189"/>
                  <a:pt x="93" y="187"/>
                  <a:pt x="82" y="185"/>
                </a:cubicBezTo>
                <a:cubicBezTo>
                  <a:pt x="68" y="182"/>
                  <a:pt x="53" y="178"/>
                  <a:pt x="40" y="172"/>
                </a:cubicBezTo>
                <a:cubicBezTo>
                  <a:pt x="33" y="170"/>
                  <a:pt x="26" y="166"/>
                  <a:pt x="22" y="163"/>
                </a:cubicBezTo>
                <a:cubicBezTo>
                  <a:pt x="17" y="159"/>
                  <a:pt x="14" y="154"/>
                  <a:pt x="14" y="149"/>
                </a:cubicBezTo>
                <a:cubicBezTo>
                  <a:pt x="14" y="144"/>
                  <a:pt x="19" y="137"/>
                  <a:pt x="26" y="131"/>
                </a:cubicBezTo>
                <a:cubicBezTo>
                  <a:pt x="33" y="126"/>
                  <a:pt x="41" y="121"/>
                  <a:pt x="50" y="117"/>
                </a:cubicBezTo>
                <a:cubicBezTo>
                  <a:pt x="67" y="108"/>
                  <a:pt x="85" y="101"/>
                  <a:pt x="103" y="95"/>
                </a:cubicBezTo>
                <a:cubicBezTo>
                  <a:pt x="144" y="82"/>
                  <a:pt x="195" y="70"/>
                  <a:pt x="235" y="61"/>
                </a:cubicBezTo>
                <a:cubicBezTo>
                  <a:pt x="268" y="55"/>
                  <a:pt x="302" y="49"/>
                  <a:pt x="340" y="44"/>
                </a:cubicBezTo>
                <a:cubicBezTo>
                  <a:pt x="350" y="42"/>
                  <a:pt x="350" y="42"/>
                  <a:pt x="350" y="42"/>
                </a:cubicBezTo>
                <a:cubicBezTo>
                  <a:pt x="407" y="35"/>
                  <a:pt x="471" y="28"/>
                  <a:pt x="517" y="25"/>
                </a:cubicBezTo>
                <a:cubicBezTo>
                  <a:pt x="534" y="24"/>
                  <a:pt x="549" y="23"/>
                  <a:pt x="565" y="22"/>
                </a:cubicBezTo>
                <a:cubicBezTo>
                  <a:pt x="583" y="21"/>
                  <a:pt x="599" y="20"/>
                  <a:pt x="616" y="19"/>
                </a:cubicBezTo>
                <a:cubicBezTo>
                  <a:pt x="632" y="19"/>
                  <a:pt x="632" y="19"/>
                  <a:pt x="632" y="19"/>
                </a:cubicBezTo>
                <a:cubicBezTo>
                  <a:pt x="649" y="18"/>
                  <a:pt x="666" y="17"/>
                  <a:pt x="684" y="17"/>
                </a:cubicBezTo>
                <a:cubicBezTo>
                  <a:pt x="712" y="16"/>
                  <a:pt x="742" y="16"/>
                  <a:pt x="774" y="16"/>
                </a:cubicBezTo>
                <a:cubicBezTo>
                  <a:pt x="799" y="16"/>
                  <a:pt x="836" y="16"/>
                  <a:pt x="864" y="16"/>
                </a:cubicBezTo>
                <a:cubicBezTo>
                  <a:pt x="912" y="18"/>
                  <a:pt x="961" y="19"/>
                  <a:pt x="1010" y="23"/>
                </a:cubicBezTo>
                <a:cubicBezTo>
                  <a:pt x="1026" y="24"/>
                  <a:pt x="1041" y="26"/>
                  <a:pt x="1058" y="27"/>
                </a:cubicBezTo>
                <a:cubicBezTo>
                  <a:pt x="1075" y="29"/>
                  <a:pt x="1096" y="31"/>
                  <a:pt x="1117" y="35"/>
                </a:cubicBezTo>
                <a:cubicBezTo>
                  <a:pt x="1123" y="36"/>
                  <a:pt x="1123" y="36"/>
                  <a:pt x="1123" y="36"/>
                </a:cubicBezTo>
                <a:cubicBezTo>
                  <a:pt x="1123" y="36"/>
                  <a:pt x="1123" y="36"/>
                  <a:pt x="1123" y="36"/>
                </a:cubicBezTo>
                <a:cubicBezTo>
                  <a:pt x="1124" y="36"/>
                  <a:pt x="1124" y="36"/>
                  <a:pt x="1124" y="36"/>
                </a:cubicBezTo>
                <a:cubicBezTo>
                  <a:pt x="1125" y="36"/>
                  <a:pt x="1125" y="36"/>
                  <a:pt x="1125" y="36"/>
                </a:cubicBezTo>
                <a:cubicBezTo>
                  <a:pt x="1125" y="36"/>
                  <a:pt x="1127" y="36"/>
                  <a:pt x="1127" y="37"/>
                </a:cubicBezTo>
                <a:cubicBezTo>
                  <a:pt x="1127" y="38"/>
                  <a:pt x="1128" y="36"/>
                  <a:pt x="1129" y="37"/>
                </a:cubicBezTo>
                <a:cubicBezTo>
                  <a:pt x="1129" y="37"/>
                  <a:pt x="1129" y="37"/>
                  <a:pt x="1129" y="38"/>
                </a:cubicBezTo>
                <a:cubicBezTo>
                  <a:pt x="1129" y="38"/>
                  <a:pt x="1129" y="38"/>
                  <a:pt x="1130" y="38"/>
                </a:cubicBezTo>
                <a:cubicBezTo>
                  <a:pt x="1130" y="38"/>
                  <a:pt x="1130" y="39"/>
                  <a:pt x="1131" y="39"/>
                </a:cubicBezTo>
                <a:cubicBezTo>
                  <a:pt x="1131" y="39"/>
                  <a:pt x="1131" y="39"/>
                  <a:pt x="1131" y="39"/>
                </a:cubicBezTo>
                <a:cubicBezTo>
                  <a:pt x="1132" y="39"/>
                  <a:pt x="1132" y="39"/>
                  <a:pt x="1133" y="39"/>
                </a:cubicBezTo>
                <a:cubicBezTo>
                  <a:pt x="1133" y="39"/>
                  <a:pt x="1134" y="39"/>
                  <a:pt x="1134" y="39"/>
                </a:cubicBezTo>
                <a:cubicBezTo>
                  <a:pt x="1135" y="39"/>
                  <a:pt x="1135" y="39"/>
                  <a:pt x="1135" y="39"/>
                </a:cubicBezTo>
                <a:cubicBezTo>
                  <a:pt x="1136" y="39"/>
                  <a:pt x="1136" y="39"/>
                  <a:pt x="1137" y="38"/>
                </a:cubicBezTo>
                <a:cubicBezTo>
                  <a:pt x="1137" y="38"/>
                  <a:pt x="1138" y="38"/>
                  <a:pt x="1138" y="38"/>
                </a:cubicBezTo>
                <a:cubicBezTo>
                  <a:pt x="1138" y="38"/>
                  <a:pt x="1139" y="38"/>
                  <a:pt x="1139" y="38"/>
                </a:cubicBezTo>
                <a:cubicBezTo>
                  <a:pt x="1140" y="37"/>
                  <a:pt x="1141" y="36"/>
                  <a:pt x="1142" y="36"/>
                </a:cubicBezTo>
                <a:cubicBezTo>
                  <a:pt x="1142" y="36"/>
                  <a:pt x="1142" y="35"/>
                  <a:pt x="1143" y="35"/>
                </a:cubicBezTo>
                <a:cubicBezTo>
                  <a:pt x="1143" y="35"/>
                  <a:pt x="1143" y="35"/>
                  <a:pt x="1143" y="35"/>
                </a:cubicBezTo>
                <a:cubicBezTo>
                  <a:pt x="1143" y="34"/>
                  <a:pt x="1143" y="33"/>
                  <a:pt x="1144" y="33"/>
                </a:cubicBezTo>
                <a:cubicBezTo>
                  <a:pt x="1144" y="33"/>
                  <a:pt x="1144" y="33"/>
                  <a:pt x="1144" y="33"/>
                </a:cubicBezTo>
                <a:cubicBezTo>
                  <a:pt x="1144" y="32"/>
                  <a:pt x="1144" y="31"/>
                  <a:pt x="1144" y="30"/>
                </a:cubicBezTo>
                <a:cubicBezTo>
                  <a:pt x="1144" y="29"/>
                  <a:pt x="1144" y="28"/>
                  <a:pt x="1144" y="28"/>
                </a:cubicBezTo>
                <a:cubicBezTo>
                  <a:pt x="1144" y="28"/>
                  <a:pt x="1144" y="27"/>
                  <a:pt x="1144" y="27"/>
                </a:cubicBezTo>
                <a:cubicBezTo>
                  <a:pt x="1144" y="26"/>
                  <a:pt x="1143" y="26"/>
                  <a:pt x="1143" y="26"/>
                </a:cubicBezTo>
                <a:cubicBezTo>
                  <a:pt x="1143" y="25"/>
                  <a:pt x="1143" y="25"/>
                  <a:pt x="1143" y="25"/>
                </a:cubicBezTo>
                <a:cubicBezTo>
                  <a:pt x="1143" y="25"/>
                  <a:pt x="1142" y="24"/>
                  <a:pt x="1142" y="24"/>
                </a:cubicBezTo>
                <a:cubicBezTo>
                  <a:pt x="1142" y="24"/>
                  <a:pt x="1142" y="24"/>
                  <a:pt x="1142" y="24"/>
                </a:cubicBezTo>
                <a:cubicBezTo>
                  <a:pt x="1141" y="23"/>
                  <a:pt x="1141" y="22"/>
                  <a:pt x="1140" y="22"/>
                </a:cubicBezTo>
                <a:cubicBezTo>
                  <a:pt x="1140" y="22"/>
                  <a:pt x="1139" y="21"/>
                  <a:pt x="1139" y="21"/>
                </a:cubicBezTo>
                <a:cubicBezTo>
                  <a:pt x="1138" y="21"/>
                  <a:pt x="1137" y="21"/>
                  <a:pt x="1137" y="20"/>
                </a:cubicBezTo>
                <a:cubicBezTo>
                  <a:pt x="1137" y="20"/>
                  <a:pt x="1137" y="20"/>
                  <a:pt x="1137" y="20"/>
                </a:cubicBezTo>
                <a:cubicBezTo>
                  <a:pt x="1137" y="20"/>
                  <a:pt x="1136" y="20"/>
                  <a:pt x="1136" y="20"/>
                </a:cubicBezTo>
                <a:cubicBezTo>
                  <a:pt x="1136" y="20"/>
                  <a:pt x="1135" y="20"/>
                  <a:pt x="1135" y="20"/>
                </a:cubicBezTo>
                <a:cubicBezTo>
                  <a:pt x="1135" y="20"/>
                  <a:pt x="1134" y="19"/>
                  <a:pt x="1134" y="19"/>
                </a:cubicBezTo>
                <a:cubicBezTo>
                  <a:pt x="1134" y="19"/>
                  <a:pt x="1134" y="20"/>
                  <a:pt x="1133" y="20"/>
                </a:cubicBezTo>
                <a:cubicBezTo>
                  <a:pt x="1133" y="20"/>
                  <a:pt x="1132" y="19"/>
                  <a:pt x="1132" y="19"/>
                </a:cubicBezTo>
                <a:cubicBezTo>
                  <a:pt x="1131" y="19"/>
                  <a:pt x="1131" y="19"/>
                  <a:pt x="1131" y="19"/>
                </a:cubicBezTo>
                <a:cubicBezTo>
                  <a:pt x="1131" y="19"/>
                  <a:pt x="1130" y="19"/>
                  <a:pt x="1130" y="20"/>
                </a:cubicBezTo>
                <a:cubicBezTo>
                  <a:pt x="1130" y="20"/>
                  <a:pt x="1128" y="19"/>
                  <a:pt x="1127" y="20"/>
                </a:cubicBezTo>
                <a:cubicBezTo>
                  <a:pt x="1127" y="19"/>
                  <a:pt x="1127" y="19"/>
                  <a:pt x="1126" y="19"/>
                </a:cubicBezTo>
                <a:cubicBezTo>
                  <a:pt x="1126" y="19"/>
                  <a:pt x="1126" y="19"/>
                  <a:pt x="1126" y="19"/>
                </a:cubicBezTo>
                <a:cubicBezTo>
                  <a:pt x="1126" y="19"/>
                  <a:pt x="1126" y="19"/>
                  <a:pt x="1126" y="19"/>
                </a:cubicBezTo>
                <a:cubicBezTo>
                  <a:pt x="1122" y="19"/>
                  <a:pt x="1122" y="19"/>
                  <a:pt x="1122" y="19"/>
                </a:cubicBezTo>
                <a:cubicBezTo>
                  <a:pt x="1103" y="16"/>
                  <a:pt x="1103" y="16"/>
                  <a:pt x="1103" y="16"/>
                </a:cubicBezTo>
                <a:cubicBezTo>
                  <a:pt x="1098" y="15"/>
                  <a:pt x="1092" y="15"/>
                  <a:pt x="1087" y="14"/>
                </a:cubicBezTo>
                <a:cubicBezTo>
                  <a:pt x="1078" y="13"/>
                  <a:pt x="1067" y="12"/>
                  <a:pt x="1056" y="11"/>
                </a:cubicBezTo>
                <a:cubicBezTo>
                  <a:pt x="1037" y="9"/>
                  <a:pt x="1021" y="8"/>
                  <a:pt x="1005" y="7"/>
                </a:cubicBezTo>
                <a:cubicBezTo>
                  <a:pt x="981" y="5"/>
                  <a:pt x="964" y="4"/>
                  <a:pt x="944" y="3"/>
                </a:cubicBezTo>
                <a:cubicBezTo>
                  <a:pt x="920" y="2"/>
                  <a:pt x="920" y="2"/>
                  <a:pt x="920" y="2"/>
                </a:cubicBezTo>
                <a:cubicBezTo>
                  <a:pt x="898" y="2"/>
                  <a:pt x="898" y="2"/>
                  <a:pt x="898" y="2"/>
                </a:cubicBezTo>
                <a:cubicBezTo>
                  <a:pt x="875" y="1"/>
                  <a:pt x="875" y="1"/>
                  <a:pt x="875" y="1"/>
                </a:cubicBezTo>
                <a:cubicBezTo>
                  <a:pt x="860" y="1"/>
                  <a:pt x="860" y="1"/>
                  <a:pt x="860" y="1"/>
                </a:cubicBezTo>
                <a:cubicBezTo>
                  <a:pt x="844" y="0"/>
                  <a:pt x="844" y="0"/>
                  <a:pt x="844" y="0"/>
                </a:cubicBezTo>
                <a:cubicBezTo>
                  <a:pt x="824" y="0"/>
                  <a:pt x="824" y="0"/>
                  <a:pt x="824" y="0"/>
                </a:cubicBezTo>
                <a:cubicBezTo>
                  <a:pt x="800" y="0"/>
                  <a:pt x="773" y="0"/>
                  <a:pt x="750" y="1"/>
                </a:cubicBezTo>
                <a:cubicBezTo>
                  <a:pt x="708" y="1"/>
                  <a:pt x="671" y="2"/>
                  <a:pt x="622" y="4"/>
                </a:cubicBezTo>
                <a:cubicBezTo>
                  <a:pt x="587" y="6"/>
                  <a:pt x="587" y="6"/>
                  <a:pt x="587" y="6"/>
                </a:cubicBezTo>
                <a:cubicBezTo>
                  <a:pt x="584" y="6"/>
                  <a:pt x="584" y="6"/>
                  <a:pt x="580" y="6"/>
                </a:cubicBezTo>
                <a:cubicBezTo>
                  <a:pt x="554" y="7"/>
                  <a:pt x="527" y="10"/>
                  <a:pt x="500" y="11"/>
                </a:cubicBezTo>
                <a:cubicBezTo>
                  <a:pt x="497" y="12"/>
                  <a:pt x="497" y="12"/>
                  <a:pt x="497" y="12"/>
                </a:cubicBezTo>
                <a:cubicBezTo>
                  <a:pt x="460" y="14"/>
                  <a:pt x="414" y="19"/>
                  <a:pt x="385" y="23"/>
                </a:cubicBezTo>
                <a:cubicBezTo>
                  <a:pt x="363" y="25"/>
                  <a:pt x="337" y="29"/>
                  <a:pt x="309" y="33"/>
                </a:cubicBezTo>
                <a:cubicBezTo>
                  <a:pt x="297" y="35"/>
                  <a:pt x="284" y="37"/>
                  <a:pt x="272" y="39"/>
                </a:cubicBezTo>
                <a:cubicBezTo>
                  <a:pt x="249" y="44"/>
                  <a:pt x="218" y="50"/>
                  <a:pt x="196" y="55"/>
                </a:cubicBezTo>
                <a:cubicBezTo>
                  <a:pt x="176" y="60"/>
                  <a:pt x="176" y="60"/>
                  <a:pt x="176" y="60"/>
                </a:cubicBezTo>
                <a:cubicBezTo>
                  <a:pt x="164" y="63"/>
                  <a:pt x="152" y="66"/>
                  <a:pt x="139" y="69"/>
                </a:cubicBezTo>
                <a:cubicBezTo>
                  <a:pt x="115" y="76"/>
                  <a:pt x="89" y="84"/>
                  <a:pt x="65" y="94"/>
                </a:cubicBezTo>
                <a:cubicBezTo>
                  <a:pt x="53" y="99"/>
                  <a:pt x="41" y="104"/>
                  <a:pt x="30" y="111"/>
                </a:cubicBezTo>
                <a:cubicBezTo>
                  <a:pt x="25" y="114"/>
                  <a:pt x="19" y="118"/>
                  <a:pt x="15" y="122"/>
                </a:cubicBezTo>
                <a:cubicBezTo>
                  <a:pt x="10" y="127"/>
                  <a:pt x="5" y="131"/>
                  <a:pt x="2" y="138"/>
                </a:cubicBezTo>
                <a:cubicBezTo>
                  <a:pt x="1" y="142"/>
                  <a:pt x="0" y="146"/>
                  <a:pt x="0" y="151"/>
                </a:cubicBezTo>
                <a:cubicBezTo>
                  <a:pt x="0" y="155"/>
                  <a:pt x="1" y="159"/>
                  <a:pt x="3" y="163"/>
                </a:cubicBezTo>
                <a:cubicBezTo>
                  <a:pt x="4" y="165"/>
                  <a:pt x="6" y="166"/>
                  <a:pt x="7" y="168"/>
                </a:cubicBezTo>
                <a:cubicBezTo>
                  <a:pt x="8" y="169"/>
                  <a:pt x="10" y="171"/>
                  <a:pt x="11" y="172"/>
                </a:cubicBezTo>
                <a:cubicBezTo>
                  <a:pt x="14" y="175"/>
                  <a:pt x="17" y="177"/>
                  <a:pt x="21" y="179"/>
                </a:cubicBezTo>
                <a:cubicBezTo>
                  <a:pt x="33" y="186"/>
                  <a:pt x="45" y="190"/>
                  <a:pt x="58" y="193"/>
                </a:cubicBezTo>
                <a:cubicBezTo>
                  <a:pt x="70" y="197"/>
                  <a:pt x="83" y="200"/>
                  <a:pt x="95" y="202"/>
                </a:cubicBezTo>
                <a:cubicBezTo>
                  <a:pt x="101" y="203"/>
                  <a:pt x="108" y="204"/>
                  <a:pt x="113" y="205"/>
                </a:cubicBezTo>
                <a:cubicBezTo>
                  <a:pt x="128" y="208"/>
                  <a:pt x="142" y="210"/>
                  <a:pt x="158" y="212"/>
                </a:cubicBezTo>
                <a:cubicBezTo>
                  <a:pt x="197" y="217"/>
                  <a:pt x="236" y="220"/>
                  <a:pt x="272" y="223"/>
                </a:cubicBezTo>
                <a:cubicBezTo>
                  <a:pt x="318" y="226"/>
                  <a:pt x="386" y="230"/>
                  <a:pt x="440" y="232"/>
                </a:cubicBezTo>
                <a:cubicBezTo>
                  <a:pt x="452" y="232"/>
                  <a:pt x="464" y="233"/>
                  <a:pt x="476" y="233"/>
                </a:cubicBezTo>
                <a:cubicBezTo>
                  <a:pt x="515" y="234"/>
                  <a:pt x="564" y="235"/>
                  <a:pt x="605" y="236"/>
                </a:cubicBezTo>
                <a:cubicBezTo>
                  <a:pt x="690" y="237"/>
                  <a:pt x="777" y="235"/>
                  <a:pt x="863" y="231"/>
                </a:cubicBezTo>
                <a:cubicBezTo>
                  <a:pt x="906" y="229"/>
                  <a:pt x="950" y="227"/>
                  <a:pt x="992" y="223"/>
                </a:cubicBezTo>
                <a:cubicBezTo>
                  <a:pt x="1035" y="220"/>
                  <a:pt x="1078" y="216"/>
                  <a:pt x="1120" y="209"/>
                </a:cubicBezTo>
                <a:cubicBezTo>
                  <a:pt x="1133" y="207"/>
                  <a:pt x="1153" y="203"/>
                  <a:pt x="1164" y="200"/>
                </a:cubicBezTo>
                <a:cubicBezTo>
                  <a:pt x="1167" y="200"/>
                  <a:pt x="1174" y="198"/>
                  <a:pt x="1180" y="197"/>
                </a:cubicBezTo>
                <a:cubicBezTo>
                  <a:pt x="1201" y="191"/>
                  <a:pt x="1226" y="184"/>
                  <a:pt x="1252" y="176"/>
                </a:cubicBezTo>
                <a:cubicBezTo>
                  <a:pt x="1259" y="174"/>
                  <a:pt x="1274" y="167"/>
                  <a:pt x="1282" y="162"/>
                </a:cubicBezTo>
                <a:cubicBezTo>
                  <a:pt x="1286" y="160"/>
                  <a:pt x="1277" y="165"/>
                  <a:pt x="1284" y="161"/>
                </a:cubicBezTo>
                <a:cubicBezTo>
                  <a:pt x="1288" y="159"/>
                  <a:pt x="1294" y="155"/>
                  <a:pt x="1301" y="150"/>
                </a:cubicBezTo>
                <a:cubicBezTo>
                  <a:pt x="1304" y="148"/>
                  <a:pt x="1308" y="145"/>
                  <a:pt x="1311" y="141"/>
                </a:cubicBezTo>
                <a:cubicBezTo>
                  <a:pt x="1313" y="139"/>
                  <a:pt x="1315" y="137"/>
                  <a:pt x="1317" y="134"/>
                </a:cubicBezTo>
                <a:cubicBezTo>
                  <a:pt x="1317" y="133"/>
                  <a:pt x="1318" y="132"/>
                  <a:pt x="1319" y="130"/>
                </a:cubicBezTo>
                <a:cubicBezTo>
                  <a:pt x="1319" y="129"/>
                  <a:pt x="1319" y="128"/>
                  <a:pt x="1319" y="127"/>
                </a:cubicBezTo>
                <a:cubicBezTo>
                  <a:pt x="1319" y="126"/>
                  <a:pt x="1319" y="126"/>
                  <a:pt x="1319" y="126"/>
                </a:cubicBezTo>
                <a:close/>
                <a:moveTo>
                  <a:pt x="1104" y="52"/>
                </a:moveTo>
                <a:cubicBezTo>
                  <a:pt x="1102" y="51"/>
                  <a:pt x="1092" y="50"/>
                  <a:pt x="1091" y="50"/>
                </a:cubicBezTo>
                <a:cubicBezTo>
                  <a:pt x="1095" y="50"/>
                  <a:pt x="1103" y="52"/>
                  <a:pt x="1104" y="52"/>
                </a:cubicBezTo>
                <a:close/>
                <a:moveTo>
                  <a:pt x="985" y="52"/>
                </a:moveTo>
                <a:cubicBezTo>
                  <a:pt x="985" y="52"/>
                  <a:pt x="985" y="52"/>
                  <a:pt x="985" y="52"/>
                </a:cubicBezTo>
                <a:cubicBezTo>
                  <a:pt x="985" y="52"/>
                  <a:pt x="985" y="52"/>
                  <a:pt x="985" y="52"/>
                </a:cubicBezTo>
                <a:close/>
                <a:moveTo>
                  <a:pt x="689" y="44"/>
                </a:moveTo>
                <a:cubicBezTo>
                  <a:pt x="689" y="43"/>
                  <a:pt x="688" y="44"/>
                  <a:pt x="688" y="43"/>
                </a:cubicBezTo>
                <a:cubicBezTo>
                  <a:pt x="689" y="43"/>
                  <a:pt x="689" y="43"/>
                  <a:pt x="689" y="43"/>
                </a:cubicBezTo>
                <a:cubicBezTo>
                  <a:pt x="689" y="43"/>
                  <a:pt x="687" y="43"/>
                  <a:pt x="687" y="43"/>
                </a:cubicBezTo>
                <a:cubicBezTo>
                  <a:pt x="687" y="43"/>
                  <a:pt x="688" y="44"/>
                  <a:pt x="688" y="43"/>
                </a:cubicBezTo>
                <a:cubicBezTo>
                  <a:pt x="688" y="43"/>
                  <a:pt x="688" y="43"/>
                  <a:pt x="688" y="44"/>
                </a:cubicBezTo>
                <a:cubicBezTo>
                  <a:pt x="688" y="44"/>
                  <a:pt x="688" y="43"/>
                  <a:pt x="688" y="43"/>
                </a:cubicBezTo>
                <a:cubicBezTo>
                  <a:pt x="688" y="44"/>
                  <a:pt x="688" y="44"/>
                  <a:pt x="688" y="44"/>
                </a:cubicBezTo>
                <a:cubicBezTo>
                  <a:pt x="689" y="44"/>
                  <a:pt x="689" y="44"/>
                  <a:pt x="689" y="44"/>
                </a:cubicBezTo>
                <a:close/>
                <a:moveTo>
                  <a:pt x="1041" y="46"/>
                </a:moveTo>
                <a:cubicBezTo>
                  <a:pt x="1044" y="47"/>
                  <a:pt x="1051" y="47"/>
                  <a:pt x="1053" y="48"/>
                </a:cubicBezTo>
                <a:cubicBezTo>
                  <a:pt x="1049" y="47"/>
                  <a:pt x="1042" y="46"/>
                  <a:pt x="1041" y="46"/>
                </a:cubicBezTo>
                <a:close/>
                <a:moveTo>
                  <a:pt x="689" y="39"/>
                </a:moveTo>
                <a:cubicBezTo>
                  <a:pt x="689" y="39"/>
                  <a:pt x="688" y="39"/>
                  <a:pt x="688" y="39"/>
                </a:cubicBezTo>
                <a:cubicBezTo>
                  <a:pt x="689" y="39"/>
                  <a:pt x="689" y="39"/>
                  <a:pt x="689" y="39"/>
                </a:cubicBezTo>
                <a:close/>
                <a:moveTo>
                  <a:pt x="688" y="45"/>
                </a:moveTo>
                <a:cubicBezTo>
                  <a:pt x="688" y="45"/>
                  <a:pt x="688" y="45"/>
                  <a:pt x="687" y="45"/>
                </a:cubicBezTo>
                <a:cubicBezTo>
                  <a:pt x="688" y="45"/>
                  <a:pt x="688" y="45"/>
                  <a:pt x="688" y="45"/>
                </a:cubicBezTo>
                <a:close/>
                <a:moveTo>
                  <a:pt x="863" y="47"/>
                </a:moveTo>
                <a:cubicBezTo>
                  <a:pt x="849" y="46"/>
                  <a:pt x="839" y="46"/>
                  <a:pt x="830" y="46"/>
                </a:cubicBezTo>
                <a:cubicBezTo>
                  <a:pt x="838" y="46"/>
                  <a:pt x="848" y="46"/>
                  <a:pt x="853" y="47"/>
                </a:cubicBezTo>
                <a:cubicBezTo>
                  <a:pt x="855" y="46"/>
                  <a:pt x="860" y="47"/>
                  <a:pt x="863" y="47"/>
                </a:cubicBezTo>
                <a:close/>
                <a:moveTo>
                  <a:pt x="1279" y="100"/>
                </a:moveTo>
                <a:cubicBezTo>
                  <a:pt x="1276" y="98"/>
                  <a:pt x="1271" y="96"/>
                  <a:pt x="1270" y="96"/>
                </a:cubicBezTo>
                <a:cubicBezTo>
                  <a:pt x="1274" y="98"/>
                  <a:pt x="1277" y="99"/>
                  <a:pt x="1279" y="100"/>
                </a:cubicBezTo>
                <a:close/>
                <a:moveTo>
                  <a:pt x="688" y="39"/>
                </a:moveTo>
                <a:cubicBezTo>
                  <a:pt x="688" y="39"/>
                  <a:pt x="688" y="39"/>
                  <a:pt x="688" y="39"/>
                </a:cubicBezTo>
                <a:cubicBezTo>
                  <a:pt x="688" y="39"/>
                  <a:pt x="688" y="39"/>
                  <a:pt x="688" y="39"/>
                </a:cubicBezTo>
                <a:cubicBezTo>
                  <a:pt x="688" y="39"/>
                  <a:pt x="688" y="39"/>
                  <a:pt x="688" y="39"/>
                </a:cubicBezTo>
                <a:close/>
                <a:moveTo>
                  <a:pt x="688" y="46"/>
                </a:moveTo>
                <a:cubicBezTo>
                  <a:pt x="688" y="46"/>
                  <a:pt x="689" y="46"/>
                  <a:pt x="689" y="46"/>
                </a:cubicBezTo>
                <a:cubicBezTo>
                  <a:pt x="688" y="46"/>
                  <a:pt x="688" y="46"/>
                  <a:pt x="688" y="46"/>
                </a:cubicBezTo>
                <a:close/>
                <a:moveTo>
                  <a:pt x="769" y="37"/>
                </a:moveTo>
                <a:cubicBezTo>
                  <a:pt x="762" y="37"/>
                  <a:pt x="762" y="37"/>
                  <a:pt x="762" y="37"/>
                </a:cubicBezTo>
                <a:cubicBezTo>
                  <a:pt x="761" y="37"/>
                  <a:pt x="762" y="37"/>
                  <a:pt x="763" y="37"/>
                </a:cubicBezTo>
                <a:cubicBezTo>
                  <a:pt x="768" y="37"/>
                  <a:pt x="769" y="37"/>
                  <a:pt x="769" y="37"/>
                </a:cubicBezTo>
                <a:close/>
                <a:moveTo>
                  <a:pt x="923" y="41"/>
                </a:moveTo>
                <a:cubicBezTo>
                  <a:pt x="912" y="40"/>
                  <a:pt x="912" y="40"/>
                  <a:pt x="912" y="40"/>
                </a:cubicBezTo>
                <a:cubicBezTo>
                  <a:pt x="907" y="40"/>
                  <a:pt x="879" y="39"/>
                  <a:pt x="882" y="39"/>
                </a:cubicBezTo>
                <a:cubicBezTo>
                  <a:pt x="899" y="40"/>
                  <a:pt x="924" y="41"/>
                  <a:pt x="938" y="42"/>
                </a:cubicBezTo>
                <a:cubicBezTo>
                  <a:pt x="933" y="41"/>
                  <a:pt x="928" y="41"/>
                  <a:pt x="923" y="41"/>
                </a:cubicBezTo>
                <a:close/>
                <a:moveTo>
                  <a:pt x="926" y="46"/>
                </a:moveTo>
                <a:cubicBezTo>
                  <a:pt x="967" y="48"/>
                  <a:pt x="967" y="48"/>
                  <a:pt x="967" y="48"/>
                </a:cubicBezTo>
                <a:cubicBezTo>
                  <a:pt x="954" y="47"/>
                  <a:pt x="939" y="46"/>
                  <a:pt x="926" y="46"/>
                </a:cubicBezTo>
                <a:close/>
                <a:moveTo>
                  <a:pt x="683" y="48"/>
                </a:moveTo>
                <a:cubicBezTo>
                  <a:pt x="683" y="48"/>
                  <a:pt x="683" y="48"/>
                  <a:pt x="683" y="48"/>
                </a:cubicBezTo>
                <a:close/>
                <a:moveTo>
                  <a:pt x="985" y="52"/>
                </a:moveTo>
                <a:cubicBezTo>
                  <a:pt x="985" y="52"/>
                  <a:pt x="986" y="52"/>
                  <a:pt x="986" y="52"/>
                </a:cubicBezTo>
                <a:cubicBezTo>
                  <a:pt x="986" y="52"/>
                  <a:pt x="985" y="52"/>
                  <a:pt x="985" y="52"/>
                </a:cubicBezTo>
                <a:close/>
                <a:moveTo>
                  <a:pt x="687" y="40"/>
                </a:moveTo>
                <a:cubicBezTo>
                  <a:pt x="687" y="40"/>
                  <a:pt x="687" y="40"/>
                  <a:pt x="687" y="40"/>
                </a:cubicBezTo>
                <a:cubicBezTo>
                  <a:pt x="687" y="40"/>
                  <a:pt x="687" y="40"/>
                  <a:pt x="687" y="40"/>
                </a:cubicBezTo>
                <a:close/>
                <a:moveTo>
                  <a:pt x="687" y="41"/>
                </a:moveTo>
                <a:cubicBezTo>
                  <a:pt x="687" y="41"/>
                  <a:pt x="687" y="41"/>
                  <a:pt x="687" y="41"/>
                </a:cubicBezTo>
                <a:cubicBezTo>
                  <a:pt x="687" y="41"/>
                  <a:pt x="687" y="41"/>
                  <a:pt x="687" y="41"/>
                </a:cubicBezTo>
                <a:close/>
                <a:moveTo>
                  <a:pt x="689" y="38"/>
                </a:moveTo>
                <a:cubicBezTo>
                  <a:pt x="689" y="38"/>
                  <a:pt x="689" y="38"/>
                  <a:pt x="689" y="38"/>
                </a:cubicBezTo>
                <a:cubicBezTo>
                  <a:pt x="689" y="38"/>
                  <a:pt x="689" y="38"/>
                  <a:pt x="689" y="38"/>
                </a:cubicBezTo>
                <a:cubicBezTo>
                  <a:pt x="689" y="38"/>
                  <a:pt x="689" y="38"/>
                  <a:pt x="689" y="38"/>
                </a:cubicBezTo>
                <a:cubicBezTo>
                  <a:pt x="689" y="38"/>
                  <a:pt x="689" y="38"/>
                  <a:pt x="689" y="38"/>
                </a:cubicBezTo>
                <a:cubicBezTo>
                  <a:pt x="689" y="38"/>
                  <a:pt x="689" y="38"/>
                  <a:pt x="689" y="38"/>
                </a:cubicBezTo>
                <a:cubicBezTo>
                  <a:pt x="689" y="38"/>
                  <a:pt x="690" y="38"/>
                  <a:pt x="690" y="38"/>
                </a:cubicBezTo>
                <a:cubicBezTo>
                  <a:pt x="689" y="38"/>
                  <a:pt x="689" y="38"/>
                  <a:pt x="689" y="38"/>
                </a:cubicBezTo>
                <a:close/>
                <a:moveTo>
                  <a:pt x="689" y="45"/>
                </a:moveTo>
                <a:cubicBezTo>
                  <a:pt x="689" y="44"/>
                  <a:pt x="689" y="45"/>
                  <a:pt x="689" y="45"/>
                </a:cubicBezTo>
                <a:cubicBezTo>
                  <a:pt x="689" y="45"/>
                  <a:pt x="689" y="45"/>
                  <a:pt x="689" y="45"/>
                </a:cubicBezTo>
                <a:close/>
                <a:moveTo>
                  <a:pt x="688" y="39"/>
                </a:moveTo>
                <a:cubicBezTo>
                  <a:pt x="688" y="39"/>
                  <a:pt x="687" y="38"/>
                  <a:pt x="687" y="39"/>
                </a:cubicBezTo>
                <a:cubicBezTo>
                  <a:pt x="687" y="39"/>
                  <a:pt x="688" y="39"/>
                  <a:pt x="688" y="39"/>
                </a:cubicBezTo>
                <a:close/>
                <a:moveTo>
                  <a:pt x="688" y="41"/>
                </a:moveTo>
                <a:cubicBezTo>
                  <a:pt x="688" y="41"/>
                  <a:pt x="688" y="41"/>
                  <a:pt x="688" y="41"/>
                </a:cubicBezTo>
                <a:cubicBezTo>
                  <a:pt x="688" y="41"/>
                  <a:pt x="688" y="41"/>
                  <a:pt x="688" y="41"/>
                </a:cubicBezTo>
                <a:cubicBezTo>
                  <a:pt x="687" y="41"/>
                  <a:pt x="688" y="41"/>
                  <a:pt x="688" y="41"/>
                </a:cubicBezTo>
                <a:close/>
                <a:moveTo>
                  <a:pt x="699" y="40"/>
                </a:moveTo>
                <a:cubicBezTo>
                  <a:pt x="689" y="41"/>
                  <a:pt x="689" y="41"/>
                  <a:pt x="689" y="41"/>
                </a:cubicBezTo>
                <a:cubicBezTo>
                  <a:pt x="689" y="41"/>
                  <a:pt x="688" y="41"/>
                  <a:pt x="688" y="41"/>
                </a:cubicBezTo>
                <a:cubicBezTo>
                  <a:pt x="688" y="41"/>
                  <a:pt x="689" y="41"/>
                  <a:pt x="689" y="41"/>
                </a:cubicBezTo>
                <a:cubicBezTo>
                  <a:pt x="689" y="41"/>
                  <a:pt x="689" y="41"/>
                  <a:pt x="689" y="41"/>
                </a:cubicBezTo>
                <a:lnTo>
                  <a:pt x="699" y="40"/>
                </a:lnTo>
                <a:close/>
                <a:moveTo>
                  <a:pt x="688" y="41"/>
                </a:moveTo>
                <a:cubicBezTo>
                  <a:pt x="688" y="41"/>
                  <a:pt x="688" y="41"/>
                  <a:pt x="688" y="41"/>
                </a:cubicBezTo>
                <a:cubicBezTo>
                  <a:pt x="688" y="41"/>
                  <a:pt x="688" y="41"/>
                  <a:pt x="688" y="41"/>
                </a:cubicBezTo>
                <a:cubicBezTo>
                  <a:pt x="688" y="41"/>
                  <a:pt x="688" y="41"/>
                  <a:pt x="688" y="41"/>
                </a:cubicBezTo>
                <a:close/>
              </a:path>
            </a:pathLst>
          </a:custGeom>
          <a:solidFill>
            <a:srgbClr val="FF0000"/>
          </a:solidFill>
          <a:ln>
            <a:noFill/>
          </a:ln>
          <a:effectLst>
            <a:outerShdw blurRad="50800" dist="254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15889070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a:defRPr/>
            </a:pPr>
            <a:fld id="{9CABD5E7-7C8F-41F3-978E-57AB7672627A}" type="slidenum">
              <a:rPr lang="en-CA" smtClean="0"/>
              <a:pPr>
                <a:defRPr/>
              </a:pPr>
              <a:t>11</a:t>
            </a:fld>
            <a:endParaRPr lang="en-CA" dirty="0"/>
          </a:p>
        </p:txBody>
      </p:sp>
      <p:pic>
        <p:nvPicPr>
          <p:cNvPr id="921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 y="623888"/>
            <a:ext cx="8458200" cy="3895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3969204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a:defRPr/>
            </a:pPr>
            <a:fld id="{9CABD5E7-7C8F-41F3-978E-57AB7672627A}" type="slidenum">
              <a:rPr lang="en-CA" smtClean="0">
                <a:solidFill>
                  <a:srgbClr val="45120F"/>
                </a:solidFill>
              </a:rPr>
              <a:pPr>
                <a:defRPr/>
              </a:pPr>
              <a:t>12</a:t>
            </a:fld>
            <a:endParaRPr lang="en-CA" dirty="0">
              <a:solidFill>
                <a:srgbClr val="45120F"/>
              </a:solidFill>
            </a:endParaRPr>
          </a:p>
        </p:txBody>
      </p:sp>
      <p:sp>
        <p:nvSpPr>
          <p:cNvPr id="7" name="Rectangle 2"/>
          <p:cNvSpPr>
            <a:spLocks noGrp="1" noChangeArrowheads="1"/>
          </p:cNvSpPr>
          <p:nvPr>
            <p:ph type="title"/>
          </p:nvPr>
        </p:nvSpPr>
        <p:spPr>
          <a:xfrm>
            <a:off x="929387" y="382907"/>
            <a:ext cx="6739478" cy="381000"/>
          </a:xfrm>
        </p:spPr>
        <p:txBody>
          <a:bodyPr>
            <a:normAutofit fontScale="90000"/>
          </a:bodyPr>
          <a:lstStyle/>
          <a:p>
            <a:pPr>
              <a:defRPr/>
            </a:pPr>
            <a:r>
              <a:rPr lang="ru-RU" dirty="0" smtClean="0">
                <a:solidFill>
                  <a:srgbClr val="C00000"/>
                </a:solidFill>
              </a:rPr>
              <a:t>Структура </a:t>
            </a:r>
            <a:r>
              <a:rPr lang="ru-RU" dirty="0">
                <a:solidFill>
                  <a:srgbClr val="C00000"/>
                </a:solidFill>
              </a:rPr>
              <a:t>Карт Процессов</a:t>
            </a:r>
            <a:endParaRPr lang="en-US" dirty="0">
              <a:solidFill>
                <a:srgbClr val="C00000"/>
              </a:solidFill>
            </a:endParaRPr>
          </a:p>
        </p:txBody>
      </p:sp>
      <p:pic>
        <p:nvPicPr>
          <p:cNvPr id="931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8445" y="933450"/>
            <a:ext cx="7181850" cy="1638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90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8175" y="346031"/>
            <a:ext cx="6926894" cy="4672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7904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9090"/>
                                        </p:tgtEl>
                                        <p:attrNameLst>
                                          <p:attrName>style.visibility</p:attrName>
                                        </p:attrNameLst>
                                      </p:cBhvr>
                                      <p:to>
                                        <p:strVal val="visible"/>
                                      </p:to>
                                    </p:set>
                                    <p:anim calcmode="lin" valueType="num">
                                      <p:cBhvr additive="base">
                                        <p:cTn id="7" dur="500" fill="hold"/>
                                        <p:tgtEl>
                                          <p:spTgt spid="89090"/>
                                        </p:tgtEl>
                                        <p:attrNameLst>
                                          <p:attrName>ppt_x</p:attrName>
                                        </p:attrNameLst>
                                      </p:cBhvr>
                                      <p:tavLst>
                                        <p:tav tm="0">
                                          <p:val>
                                            <p:strVal val="#ppt_x"/>
                                          </p:val>
                                        </p:tav>
                                        <p:tav tm="100000">
                                          <p:val>
                                            <p:strVal val="#ppt_x"/>
                                          </p:val>
                                        </p:tav>
                                      </p:tavLst>
                                    </p:anim>
                                    <p:anim calcmode="lin" valueType="num">
                                      <p:cBhvr additive="base">
                                        <p:cTn id="8" dur="500" fill="hold"/>
                                        <p:tgtEl>
                                          <p:spTgt spid="890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31746" name="Elbow Connector 128"/>
          <p:cNvCxnSpPr>
            <a:cxnSpLocks noChangeShapeType="1"/>
          </p:cNvCxnSpPr>
          <p:nvPr/>
        </p:nvCxnSpPr>
        <p:spPr bwMode="auto">
          <a:xfrm rot="16200000" flipH="1">
            <a:off x="966193" y="2880393"/>
            <a:ext cx="686990" cy="190500"/>
          </a:xfrm>
          <a:prstGeom prst="bentConnector3">
            <a:avLst>
              <a:gd name="adj1" fmla="val 91097"/>
            </a:avLst>
          </a:prstGeom>
          <a:noFill/>
          <a:ln w="3810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5603" name="Title 1"/>
          <p:cNvSpPr>
            <a:spLocks noGrp="1"/>
          </p:cNvSpPr>
          <p:nvPr>
            <p:ph type="title"/>
          </p:nvPr>
        </p:nvSpPr>
        <p:spPr>
          <a:xfrm>
            <a:off x="853023" y="195605"/>
            <a:ext cx="8877300" cy="381000"/>
          </a:xfrm>
        </p:spPr>
        <p:txBody>
          <a:bodyPr>
            <a:normAutofit fontScale="90000"/>
          </a:bodyPr>
          <a:lstStyle/>
          <a:p>
            <a:pPr eaLnBrk="1" hangingPunct="1">
              <a:defRPr/>
            </a:pPr>
            <a:r>
              <a:rPr lang="ru-RU" dirty="0"/>
              <a:t>Как выглядит структура Карт Процессов</a:t>
            </a:r>
            <a:r>
              <a:rPr lang="en-US" dirty="0"/>
              <a:t>?</a:t>
            </a:r>
            <a:endParaRPr lang="en-US" dirty="0" smtClean="0"/>
          </a:p>
        </p:txBody>
      </p:sp>
      <p:sp>
        <p:nvSpPr>
          <p:cNvPr id="30723" name="Rectangle 116"/>
          <p:cNvSpPr>
            <a:spLocks noChangeArrowheads="1"/>
          </p:cNvSpPr>
          <p:nvPr/>
        </p:nvSpPr>
        <p:spPr bwMode="auto">
          <a:xfrm>
            <a:off x="219450" y="766429"/>
            <a:ext cx="1074332" cy="307777"/>
          </a:xfrm>
          <a:prstGeom prst="rect">
            <a:avLst/>
          </a:prstGeom>
          <a:solidFill>
            <a:srgbClr val="DA0000"/>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p>
            <a:pPr algn="ctr" eaLnBrk="0" hangingPunct="0">
              <a:defRPr/>
            </a:pPr>
            <a:r>
              <a:rPr lang="pt-BR" sz="1400" b="1" dirty="0">
                <a:solidFill>
                  <a:schemeClr val="bg1"/>
                </a:solidFill>
              </a:rPr>
              <a:t>Business</a:t>
            </a:r>
            <a:endParaRPr lang="en-US" sz="1400" b="1" dirty="0">
              <a:solidFill>
                <a:schemeClr val="bg1"/>
              </a:solidFill>
            </a:endParaRPr>
          </a:p>
        </p:txBody>
      </p:sp>
      <p:sp>
        <p:nvSpPr>
          <p:cNvPr id="30724" name="Rectangle 118"/>
          <p:cNvSpPr>
            <a:spLocks noChangeArrowheads="1"/>
          </p:cNvSpPr>
          <p:nvPr/>
        </p:nvSpPr>
        <p:spPr bwMode="auto">
          <a:xfrm>
            <a:off x="399588" y="1633305"/>
            <a:ext cx="1189748" cy="307777"/>
          </a:xfrm>
          <a:prstGeom prst="rect">
            <a:avLst/>
          </a:prstGeom>
          <a:solidFill>
            <a:srgbClr val="D24A4A"/>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p>
            <a:pPr algn="ctr" eaLnBrk="0" hangingPunct="0">
              <a:defRPr/>
            </a:pPr>
            <a:r>
              <a:rPr lang="pt-BR" sz="1400" b="1" dirty="0">
                <a:solidFill>
                  <a:schemeClr val="bg1"/>
                </a:solidFill>
              </a:rPr>
              <a:t>Processes</a:t>
            </a:r>
            <a:endParaRPr lang="en-US" sz="1400" b="1" dirty="0">
              <a:solidFill>
                <a:schemeClr val="bg1"/>
              </a:solidFill>
            </a:endParaRPr>
          </a:p>
        </p:txBody>
      </p:sp>
      <p:sp>
        <p:nvSpPr>
          <p:cNvPr id="30725" name="Rectangle 120"/>
          <p:cNvSpPr>
            <a:spLocks noChangeArrowheads="1"/>
          </p:cNvSpPr>
          <p:nvPr/>
        </p:nvSpPr>
        <p:spPr bwMode="auto">
          <a:xfrm>
            <a:off x="931628" y="2559971"/>
            <a:ext cx="949299" cy="307777"/>
          </a:xfrm>
          <a:prstGeom prst="rect">
            <a:avLst/>
          </a:prstGeom>
          <a:solidFill>
            <a:srgbClr val="FF5050"/>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p>
            <a:pPr algn="ctr" eaLnBrk="0" hangingPunct="0">
              <a:defRPr/>
            </a:pPr>
            <a:r>
              <a:rPr lang="pt-BR" sz="1400" b="1" dirty="0">
                <a:solidFill>
                  <a:schemeClr val="bg1"/>
                </a:solidFill>
              </a:rPr>
              <a:t>Activity</a:t>
            </a:r>
            <a:endParaRPr lang="en-US" sz="1400" b="1" dirty="0">
              <a:solidFill>
                <a:schemeClr val="bg1"/>
              </a:solidFill>
            </a:endParaRPr>
          </a:p>
        </p:txBody>
      </p:sp>
      <p:sp>
        <p:nvSpPr>
          <p:cNvPr id="30726" name="Rectangle 122"/>
          <p:cNvSpPr>
            <a:spLocks noChangeArrowheads="1"/>
          </p:cNvSpPr>
          <p:nvPr/>
        </p:nvSpPr>
        <p:spPr bwMode="auto">
          <a:xfrm>
            <a:off x="1666938" y="3204007"/>
            <a:ext cx="652743" cy="307777"/>
          </a:xfrm>
          <a:prstGeom prst="rect">
            <a:avLst/>
          </a:prstGeom>
          <a:solidFill>
            <a:srgbClr val="FF9999"/>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p>
            <a:pPr algn="ctr" eaLnBrk="0" hangingPunct="0">
              <a:defRPr/>
            </a:pPr>
            <a:r>
              <a:rPr lang="pt-BR" sz="1400" b="1" dirty="0"/>
              <a:t>Task</a:t>
            </a:r>
            <a:endParaRPr lang="en-US" sz="1400" b="1" dirty="0"/>
          </a:p>
        </p:txBody>
      </p:sp>
      <p:cxnSp>
        <p:nvCxnSpPr>
          <p:cNvPr id="31760" name="Elbow Connector 124"/>
          <p:cNvCxnSpPr>
            <a:cxnSpLocks noChangeShapeType="1"/>
          </p:cNvCxnSpPr>
          <p:nvPr/>
        </p:nvCxnSpPr>
        <p:spPr bwMode="auto">
          <a:xfrm rot="16200000" flipH="1">
            <a:off x="-91479" y="1190500"/>
            <a:ext cx="822722" cy="274637"/>
          </a:xfrm>
          <a:prstGeom prst="bentConnector2">
            <a:avLst/>
          </a:prstGeom>
          <a:noFill/>
          <a:ln w="3810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1761" name="Elbow Connector 125"/>
          <p:cNvCxnSpPr>
            <a:cxnSpLocks noChangeShapeType="1"/>
          </p:cNvCxnSpPr>
          <p:nvPr/>
        </p:nvCxnSpPr>
        <p:spPr bwMode="auto">
          <a:xfrm rot="16200000" flipH="1">
            <a:off x="326033" y="2137046"/>
            <a:ext cx="822722" cy="274638"/>
          </a:xfrm>
          <a:prstGeom prst="bentConnector2">
            <a:avLst/>
          </a:prstGeom>
          <a:noFill/>
          <a:ln w="3810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1762" name="TextBox 10"/>
          <p:cNvSpPr txBox="1">
            <a:spLocks noChangeArrowheads="1"/>
          </p:cNvSpPr>
          <p:nvPr/>
        </p:nvSpPr>
        <p:spPr bwMode="auto">
          <a:xfrm>
            <a:off x="1817688" y="1593923"/>
            <a:ext cx="6794500" cy="1031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31775" indent="-231775"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spcAft>
                <a:spcPts val="600"/>
              </a:spcAft>
              <a:buClr>
                <a:schemeClr val="tx2"/>
              </a:buClr>
            </a:pPr>
            <a:r>
              <a:rPr lang="ru-RU" altLang="ru-RU" sz="1400">
                <a:solidFill>
                  <a:srgbClr val="000000"/>
                </a:solidFill>
              </a:rPr>
              <a:t>Состоят из рада активностей, более детально описывающих процессы</a:t>
            </a:r>
            <a:endParaRPr lang="pt-BR" altLang="ru-RU" sz="1400">
              <a:solidFill>
                <a:srgbClr val="000000"/>
              </a:solidFill>
            </a:endParaRPr>
          </a:p>
          <a:p>
            <a:pPr eaLnBrk="1" hangingPunct="1">
              <a:spcBef>
                <a:spcPct val="0"/>
              </a:spcBef>
              <a:spcAft>
                <a:spcPts val="600"/>
              </a:spcAft>
              <a:buClr>
                <a:schemeClr val="tx2"/>
              </a:buClr>
            </a:pPr>
            <a:r>
              <a:rPr lang="ru-RU" altLang="ru-RU" sz="1400">
                <a:solidFill>
                  <a:srgbClr val="000000"/>
                </a:solidFill>
              </a:rPr>
              <a:t>Связанные бизнес-операции, выполняющиеся в определенной последовательности для получения продукта в качестве результата</a:t>
            </a:r>
            <a:endParaRPr lang="pt-BR" altLang="ru-RU" sz="1400">
              <a:solidFill>
                <a:srgbClr val="000000"/>
              </a:solidFill>
            </a:endParaRPr>
          </a:p>
        </p:txBody>
      </p:sp>
      <p:sp>
        <p:nvSpPr>
          <p:cNvPr id="31763" name="TextBox 11"/>
          <p:cNvSpPr txBox="1">
            <a:spLocks noChangeArrowheads="1"/>
          </p:cNvSpPr>
          <p:nvPr/>
        </p:nvSpPr>
        <p:spPr bwMode="auto">
          <a:xfrm>
            <a:off x="2351089" y="2496417"/>
            <a:ext cx="6376987"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31775" indent="-231775"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
                <a:schemeClr val="tx2"/>
              </a:buClr>
            </a:pPr>
            <a:r>
              <a:rPr lang="ru-RU" altLang="ru-RU" sz="1400">
                <a:solidFill>
                  <a:srgbClr val="000000"/>
                </a:solidFill>
              </a:rPr>
              <a:t>Группа задач, выполняемых последовательно для достижения промежуточных продуктов (полупродуктов)  в качестве результата</a:t>
            </a:r>
            <a:endParaRPr lang="en-US" altLang="ru-RU" sz="1400">
              <a:solidFill>
                <a:srgbClr val="000000"/>
              </a:solidFill>
            </a:endParaRPr>
          </a:p>
        </p:txBody>
      </p:sp>
      <p:sp>
        <p:nvSpPr>
          <p:cNvPr id="31764" name="TextBox 12"/>
          <p:cNvSpPr txBox="1">
            <a:spLocks noChangeArrowheads="1"/>
          </p:cNvSpPr>
          <p:nvPr/>
        </p:nvSpPr>
        <p:spPr bwMode="auto">
          <a:xfrm>
            <a:off x="3108326" y="3031007"/>
            <a:ext cx="6035675"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31775" indent="-231775"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
                <a:schemeClr val="tx2"/>
              </a:buClr>
            </a:pPr>
            <a:r>
              <a:rPr lang="ru-RU" altLang="ru-RU" sz="1400">
                <a:solidFill>
                  <a:srgbClr val="000000"/>
                </a:solidFill>
              </a:rPr>
              <a:t>Наименьшая единица работы, выполняемая бизнесом</a:t>
            </a:r>
          </a:p>
          <a:p>
            <a:pPr eaLnBrk="1" hangingPunct="1">
              <a:spcBef>
                <a:spcPct val="0"/>
              </a:spcBef>
              <a:buClr>
                <a:schemeClr val="tx2"/>
              </a:buClr>
            </a:pPr>
            <a:r>
              <a:rPr lang="ru-RU" altLang="ru-RU" sz="1400">
                <a:solidFill>
                  <a:srgbClr val="000000"/>
                </a:solidFill>
              </a:rPr>
              <a:t>Группа последовательных шагов (делай РАЗ – делай ДВА – делай ТРИ), описывающих ЧТО должно быть сделано рабочей группой</a:t>
            </a:r>
            <a:endParaRPr lang="en-US" altLang="ru-RU" sz="1400">
              <a:solidFill>
                <a:srgbClr val="000000"/>
              </a:solidFill>
            </a:endParaRPr>
          </a:p>
        </p:txBody>
      </p:sp>
      <p:sp>
        <p:nvSpPr>
          <p:cNvPr id="31765" name="Rectangle 13"/>
          <p:cNvSpPr>
            <a:spLocks noChangeArrowheads="1"/>
          </p:cNvSpPr>
          <p:nvPr/>
        </p:nvSpPr>
        <p:spPr bwMode="auto">
          <a:xfrm>
            <a:off x="1393825" y="740244"/>
            <a:ext cx="667385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31775" indent="-231775"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
                <a:schemeClr val="tx2"/>
              </a:buClr>
            </a:pPr>
            <a:r>
              <a:rPr lang="ru-RU" altLang="ru-RU" sz="1400" dirty="0">
                <a:solidFill>
                  <a:srgbClr val="000000"/>
                </a:solidFill>
              </a:rPr>
              <a:t>Наивысший процесс (макро-процесс) идет от определённой в ОБ области </a:t>
            </a:r>
            <a:endParaRPr lang="en-US" altLang="ru-RU" sz="1400" dirty="0">
              <a:solidFill>
                <a:srgbClr val="000000"/>
              </a:solidFill>
            </a:endParaRPr>
          </a:p>
          <a:p>
            <a:pPr eaLnBrk="1" hangingPunct="1">
              <a:spcBef>
                <a:spcPct val="0"/>
              </a:spcBef>
              <a:buClr>
                <a:schemeClr val="tx2"/>
              </a:buClr>
            </a:pPr>
            <a:r>
              <a:rPr lang="ru-RU" altLang="ru-RU" sz="1400" dirty="0">
                <a:solidFill>
                  <a:srgbClr val="000000"/>
                </a:solidFill>
              </a:rPr>
              <a:t>Состоит из ряда процессов, указанных в ОБ</a:t>
            </a:r>
            <a:endParaRPr lang="en-US" altLang="ru-RU" sz="1400" dirty="0">
              <a:solidFill>
                <a:srgbClr val="000000"/>
              </a:solidFill>
            </a:endParaRPr>
          </a:p>
          <a:p>
            <a:pPr eaLnBrk="1" hangingPunct="1">
              <a:spcBef>
                <a:spcPct val="0"/>
              </a:spcBef>
              <a:buClr>
                <a:schemeClr val="tx2"/>
              </a:buClr>
            </a:pPr>
            <a:r>
              <a:rPr lang="ru-RU" altLang="ru-RU" sz="1400" dirty="0">
                <a:solidFill>
                  <a:srgbClr val="000000"/>
                </a:solidFill>
              </a:rPr>
              <a:t>В качестве результата всегда имеется конечный продукт (из ОБ)</a:t>
            </a:r>
            <a:endParaRPr lang="en-US" altLang="ru-RU" sz="1400" dirty="0">
              <a:solidFill>
                <a:srgbClr val="000000"/>
              </a:solidFill>
            </a:endParaRPr>
          </a:p>
        </p:txBody>
      </p:sp>
      <p:sp>
        <p:nvSpPr>
          <p:cNvPr id="19" name="Rectangle 18"/>
          <p:cNvSpPr/>
          <p:nvPr/>
        </p:nvSpPr>
        <p:spPr>
          <a:xfrm>
            <a:off x="125260" y="4013068"/>
            <a:ext cx="8961437" cy="523220"/>
          </a:xfrm>
          <a:prstGeom prst="rect">
            <a:avLst/>
          </a:prstGeom>
          <a:solidFill>
            <a:srgbClr val="FF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a:spAutoFit/>
          </a:bodyPr>
          <a:lstStyle/>
          <a:p>
            <a:pPr algn="ctr">
              <a:defRPr/>
            </a:pPr>
            <a:r>
              <a:rPr lang="ru-RU" sz="1400" b="1" kern="0" dirty="0">
                <a:solidFill>
                  <a:srgbClr val="FFFFFF"/>
                </a:solidFill>
                <a:latin typeface="Verdana"/>
                <a:cs typeface="Arial" pitchFamily="34" charset="0"/>
              </a:rPr>
              <a:t>Каждый из уровней имеет свои определенные входные данные для осуществления деятельности и конечные, что в итоге влияет на финальный продукт/услугу </a:t>
            </a:r>
            <a:endParaRPr lang="en-US" sz="1400" b="1" kern="0" dirty="0">
              <a:solidFill>
                <a:srgbClr val="FFFFFF"/>
              </a:solidFill>
              <a:latin typeface="Verdana"/>
              <a:cs typeface="Arial" pitchFamily="34" charset="0"/>
            </a:endParaRPr>
          </a:p>
        </p:txBody>
      </p:sp>
    </p:spTree>
  </p:cSld>
  <p:clrMapOvr>
    <a:masterClrMapping/>
  </p:clrMapOvr>
  <p:transition spd="slow"/>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711378" y="187214"/>
            <a:ext cx="7966404" cy="857250"/>
          </a:xfrm>
        </p:spPr>
        <p:txBody>
          <a:bodyPr>
            <a:normAutofit fontScale="90000"/>
          </a:bodyPr>
          <a:lstStyle/>
          <a:p>
            <a:pPr>
              <a:defRPr/>
            </a:pPr>
            <a:r>
              <a:rPr lang="ru-RU" dirty="0">
                <a:solidFill>
                  <a:srgbClr val="C00000"/>
                </a:solidFill>
              </a:rPr>
              <a:t>Какие процессы должны быть разложены в блок-схемы в первую очередь? </a:t>
            </a:r>
            <a:endParaRPr lang="en-US" dirty="0">
              <a:solidFill>
                <a:srgbClr val="C00000"/>
              </a:solidFill>
            </a:endParaRPr>
          </a:p>
        </p:txBody>
      </p:sp>
      <p:sp>
        <p:nvSpPr>
          <p:cNvPr id="40963" name="Rectangle 3"/>
          <p:cNvSpPr>
            <a:spLocks noGrp="1" noChangeArrowheads="1"/>
          </p:cNvSpPr>
          <p:nvPr>
            <p:ph idx="1"/>
          </p:nvPr>
        </p:nvSpPr>
        <p:spPr>
          <a:xfrm>
            <a:off x="268967" y="1148416"/>
            <a:ext cx="8718550" cy="733425"/>
          </a:xfrm>
        </p:spPr>
        <p:txBody>
          <a:bodyPr/>
          <a:lstStyle/>
          <a:p>
            <a:pPr eaLnBrk="1" hangingPunct="1">
              <a:buFontTx/>
              <a:buChar char="•"/>
              <a:defRPr/>
            </a:pPr>
            <a:r>
              <a:rPr lang="ru-RU" altLang="ru-RU" dirty="0" smtClean="0">
                <a:solidFill>
                  <a:srgbClr val="002060"/>
                </a:solidFill>
              </a:rPr>
              <a:t>Сперва следует раскладывать только КРИТИЧНЫЕ ПРОЦЕССЫ, чтобы определить приоритетность работы</a:t>
            </a:r>
          </a:p>
          <a:p>
            <a:pPr marL="0" indent="0" eaLnBrk="1" hangingPunct="1">
              <a:buFont typeface="Arial" charset="0"/>
              <a:buNone/>
              <a:defRPr/>
            </a:pPr>
            <a:r>
              <a:rPr lang="ru-RU" altLang="ru-RU" dirty="0" smtClean="0">
                <a:solidFill>
                  <a:srgbClr val="002060"/>
                </a:solidFill>
              </a:rPr>
              <a:t>- Это процессы, связанные с критичными продуктами</a:t>
            </a:r>
          </a:p>
          <a:p>
            <a:pPr eaLnBrk="1" hangingPunct="1">
              <a:buFontTx/>
              <a:buChar char="•"/>
              <a:defRPr/>
            </a:pPr>
            <a:r>
              <a:rPr lang="ru-RU" altLang="ru-RU" dirty="0" smtClean="0">
                <a:solidFill>
                  <a:srgbClr val="002060"/>
                </a:solidFill>
              </a:rPr>
              <a:t>Затем строится карта процесса на уровень активности на критичные процессы</a:t>
            </a:r>
          </a:p>
          <a:p>
            <a:pPr eaLnBrk="1" hangingPunct="1">
              <a:buFontTx/>
              <a:buChar char="•"/>
              <a:defRPr/>
            </a:pPr>
            <a:r>
              <a:rPr lang="ru-RU" altLang="ru-RU" dirty="0" smtClean="0">
                <a:solidFill>
                  <a:srgbClr val="002060"/>
                </a:solidFill>
              </a:rPr>
              <a:t>Уровень Задач строится только на критичную активность в Картах Процессов </a:t>
            </a:r>
            <a:endParaRPr lang="en-US" altLang="ru-RU" dirty="0" smtClean="0">
              <a:solidFill>
                <a:srgbClr val="002060"/>
              </a:solidFill>
            </a:endParaRPr>
          </a:p>
        </p:txBody>
      </p:sp>
      <p:grpSp>
        <p:nvGrpSpPr>
          <p:cNvPr id="38916" name="Group 36"/>
          <p:cNvGrpSpPr>
            <a:grpSpLocks/>
          </p:cNvGrpSpPr>
          <p:nvPr/>
        </p:nvGrpSpPr>
        <p:grpSpPr bwMode="auto">
          <a:xfrm>
            <a:off x="363539" y="2719388"/>
            <a:ext cx="8296275" cy="1915716"/>
            <a:chOff x="583416" y="2197100"/>
            <a:chExt cx="8297059" cy="2554288"/>
          </a:xfrm>
        </p:grpSpPr>
        <p:grpSp>
          <p:nvGrpSpPr>
            <p:cNvPr id="38921" name="Group 34"/>
            <p:cNvGrpSpPr>
              <a:grpSpLocks/>
            </p:cNvGrpSpPr>
            <p:nvPr/>
          </p:nvGrpSpPr>
          <p:grpSpPr bwMode="auto">
            <a:xfrm>
              <a:off x="583416" y="2197100"/>
              <a:ext cx="8297059" cy="2554288"/>
              <a:chOff x="583416" y="2197100"/>
              <a:chExt cx="8297059" cy="2554288"/>
            </a:xfrm>
          </p:grpSpPr>
          <p:sp>
            <p:nvSpPr>
              <p:cNvPr id="38923" name="Freeform 4"/>
              <p:cNvSpPr>
                <a:spLocks noEditPoints="1"/>
              </p:cNvSpPr>
              <p:nvPr/>
            </p:nvSpPr>
            <p:spPr bwMode="auto">
              <a:xfrm>
                <a:off x="2786063" y="3673475"/>
                <a:ext cx="368300" cy="119063"/>
              </a:xfrm>
              <a:custGeom>
                <a:avLst/>
                <a:gdLst>
                  <a:gd name="T0" fmla="*/ 2147483647 w 1230"/>
                  <a:gd name="T1" fmla="*/ 2147483647 h 400"/>
                  <a:gd name="T2" fmla="*/ 2147483647 w 1230"/>
                  <a:gd name="T3" fmla="*/ 2147483647 h 400"/>
                  <a:gd name="T4" fmla="*/ 2147483647 w 1230"/>
                  <a:gd name="T5" fmla="*/ 2147483647 h 400"/>
                  <a:gd name="T6" fmla="*/ 2147483647 w 1230"/>
                  <a:gd name="T7" fmla="*/ 2147483647 h 400"/>
                  <a:gd name="T8" fmla="*/ 2147483647 w 1230"/>
                  <a:gd name="T9" fmla="*/ 2147483647 h 400"/>
                  <a:gd name="T10" fmla="*/ 0 w 1230"/>
                  <a:gd name="T11" fmla="*/ 2147483647 h 400"/>
                  <a:gd name="T12" fmla="*/ 2147483647 w 1230"/>
                  <a:gd name="T13" fmla="*/ 2147483647 h 400"/>
                  <a:gd name="T14" fmla="*/ 2147483647 w 1230"/>
                  <a:gd name="T15" fmla="*/ 0 h 400"/>
                  <a:gd name="T16" fmla="*/ 2147483647 w 1230"/>
                  <a:gd name="T17" fmla="*/ 2147483647 h 400"/>
                  <a:gd name="T18" fmla="*/ 2147483647 w 1230"/>
                  <a:gd name="T19" fmla="*/ 2147483647 h 400"/>
                  <a:gd name="T20" fmla="*/ 2147483647 w 1230"/>
                  <a:gd name="T21" fmla="*/ 0 h 4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30"/>
                  <a:gd name="T34" fmla="*/ 0 h 400"/>
                  <a:gd name="T35" fmla="*/ 1230 w 1230"/>
                  <a:gd name="T36" fmla="*/ 400 h 4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30" h="400">
                    <a:moveTo>
                      <a:pt x="33" y="178"/>
                    </a:moveTo>
                    <a:lnTo>
                      <a:pt x="896" y="166"/>
                    </a:lnTo>
                    <a:cubicBezTo>
                      <a:pt x="914" y="166"/>
                      <a:pt x="930" y="181"/>
                      <a:pt x="930" y="199"/>
                    </a:cubicBezTo>
                    <a:cubicBezTo>
                      <a:pt x="930" y="217"/>
                      <a:pt x="915" y="233"/>
                      <a:pt x="897" y="233"/>
                    </a:cubicBezTo>
                    <a:lnTo>
                      <a:pt x="34" y="245"/>
                    </a:lnTo>
                    <a:cubicBezTo>
                      <a:pt x="15" y="245"/>
                      <a:pt x="0" y="230"/>
                      <a:pt x="0" y="212"/>
                    </a:cubicBezTo>
                    <a:cubicBezTo>
                      <a:pt x="0" y="194"/>
                      <a:pt x="14" y="178"/>
                      <a:pt x="33" y="178"/>
                    </a:cubicBezTo>
                    <a:close/>
                    <a:moveTo>
                      <a:pt x="827" y="0"/>
                    </a:moveTo>
                    <a:lnTo>
                      <a:pt x="1230" y="195"/>
                    </a:lnTo>
                    <a:lnTo>
                      <a:pt x="833" y="400"/>
                    </a:lnTo>
                    <a:lnTo>
                      <a:pt x="827" y="0"/>
                    </a:lnTo>
                    <a:close/>
                  </a:path>
                </a:pathLst>
              </a:custGeom>
              <a:solidFill>
                <a:srgbClr val="000000"/>
              </a:solidFill>
              <a:ln w="4763">
                <a:solidFill>
                  <a:srgbClr val="000000"/>
                </a:solidFill>
                <a:bevel/>
                <a:headEnd/>
                <a:tailEnd/>
              </a:ln>
            </p:spPr>
            <p:txBody>
              <a:bodyPr/>
              <a:lstStyle/>
              <a:p>
                <a:endParaRPr lang="ru-RU"/>
              </a:p>
            </p:txBody>
          </p:sp>
          <p:sp>
            <p:nvSpPr>
              <p:cNvPr id="38924" name="Rectangle 5"/>
              <p:cNvSpPr>
                <a:spLocks noChangeArrowheads="1"/>
              </p:cNvSpPr>
              <p:nvPr/>
            </p:nvSpPr>
            <p:spPr bwMode="auto">
              <a:xfrm>
                <a:off x="6816725" y="3176588"/>
                <a:ext cx="879475" cy="1119187"/>
              </a:xfrm>
              <a:prstGeom prst="rect">
                <a:avLst/>
              </a:prstGeom>
              <a:solidFill>
                <a:srgbClr val="FF0000"/>
              </a:solidFill>
              <a:ln w="20638" cap="rnd">
                <a:solidFill>
                  <a:srgbClr val="000000"/>
                </a:solidFill>
                <a:miter lim="800000"/>
                <a:headEnd/>
                <a:tailEnd/>
              </a:ln>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sp>
            <p:nvSpPr>
              <p:cNvPr id="38925" name="Rectangle 6"/>
              <p:cNvSpPr>
                <a:spLocks noChangeArrowheads="1"/>
              </p:cNvSpPr>
              <p:nvPr/>
            </p:nvSpPr>
            <p:spPr bwMode="auto">
              <a:xfrm>
                <a:off x="6919878" y="3443392"/>
                <a:ext cx="740657" cy="82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algn="ctr" eaLnBrk="1" hangingPunct="1">
                  <a:spcBef>
                    <a:spcPct val="0"/>
                  </a:spcBef>
                  <a:buClrTx/>
                  <a:buFontTx/>
                  <a:buNone/>
                </a:pPr>
                <a:r>
                  <a:rPr lang="en-US" altLang="ru-RU" sz="1000" b="1">
                    <a:solidFill>
                      <a:srgbClr val="000000"/>
                    </a:solidFill>
                  </a:rPr>
                  <a:t>Product &amp;</a:t>
                </a:r>
              </a:p>
              <a:p>
                <a:pPr algn="ctr" eaLnBrk="1" hangingPunct="1">
                  <a:spcBef>
                    <a:spcPct val="0"/>
                  </a:spcBef>
                  <a:buClrTx/>
                  <a:buFontTx/>
                  <a:buNone/>
                </a:pPr>
                <a:r>
                  <a:rPr lang="en-US" altLang="ru-RU" sz="1000" b="1">
                    <a:solidFill>
                      <a:srgbClr val="000000"/>
                    </a:solidFill>
                  </a:rPr>
                  <a:t>Process</a:t>
                </a:r>
              </a:p>
              <a:p>
                <a:pPr algn="ctr" eaLnBrk="1" hangingPunct="1">
                  <a:spcBef>
                    <a:spcPct val="0"/>
                  </a:spcBef>
                  <a:buClrTx/>
                  <a:buFontTx/>
                  <a:buNone/>
                </a:pPr>
                <a:r>
                  <a:rPr lang="en-US" altLang="ru-RU" sz="1000" b="1">
                    <a:solidFill>
                      <a:srgbClr val="000000"/>
                    </a:solidFill>
                  </a:rPr>
                  <a:t>Indicators</a:t>
                </a:r>
              </a:p>
              <a:p>
                <a:pPr algn="ctr" eaLnBrk="1" hangingPunct="1">
                  <a:spcBef>
                    <a:spcPct val="0"/>
                  </a:spcBef>
                  <a:buClrTx/>
                  <a:buFontTx/>
                  <a:buNone/>
                </a:pPr>
                <a:r>
                  <a:rPr lang="en-US" altLang="ru-RU" sz="1000" b="1">
                    <a:solidFill>
                      <a:srgbClr val="000000"/>
                    </a:solidFill>
                  </a:rPr>
                  <a:t>Block </a:t>
                </a:r>
                <a:endParaRPr lang="en-US" altLang="ru-RU" sz="1000">
                  <a:solidFill>
                    <a:schemeClr val="tx1"/>
                  </a:solidFill>
                </a:endParaRPr>
              </a:p>
            </p:txBody>
          </p:sp>
          <p:grpSp>
            <p:nvGrpSpPr>
              <p:cNvPr id="38926" name="Group 11"/>
              <p:cNvGrpSpPr>
                <a:grpSpLocks/>
              </p:cNvGrpSpPr>
              <p:nvPr/>
            </p:nvGrpSpPr>
            <p:grpSpPr bwMode="auto">
              <a:xfrm>
                <a:off x="661988" y="3176588"/>
                <a:ext cx="877887" cy="1119187"/>
                <a:chOff x="417" y="2001"/>
                <a:chExt cx="553" cy="705"/>
              </a:xfrm>
            </p:grpSpPr>
            <p:sp>
              <p:nvSpPr>
                <p:cNvPr id="38952" name="Rectangle 8"/>
                <p:cNvSpPr>
                  <a:spLocks noChangeArrowheads="1"/>
                </p:cNvSpPr>
                <p:nvPr/>
              </p:nvSpPr>
              <p:spPr bwMode="auto">
                <a:xfrm>
                  <a:off x="417" y="2001"/>
                  <a:ext cx="553" cy="705"/>
                </a:xfrm>
                <a:prstGeom prst="rect">
                  <a:avLst/>
                </a:prstGeom>
                <a:solidFill>
                  <a:srgbClr val="C0C0C0"/>
                </a:solidFill>
                <a:ln w="20701" cap="rnd" algn="ctr">
                  <a:solidFill>
                    <a:srgbClr val="000000"/>
                  </a:solidFill>
                  <a:miter lim="800000"/>
                  <a:headEnd/>
                  <a:tailEnd/>
                </a:ln>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sp>
              <p:nvSpPr>
                <p:cNvPr id="38953" name="Rectangle 9"/>
                <p:cNvSpPr>
                  <a:spLocks noChangeArrowheads="1"/>
                </p:cNvSpPr>
                <p:nvPr/>
              </p:nvSpPr>
              <p:spPr bwMode="auto">
                <a:xfrm>
                  <a:off x="417" y="2001"/>
                  <a:ext cx="553" cy="705"/>
                </a:xfrm>
                <a:prstGeom prst="rect">
                  <a:avLst/>
                </a:prstGeom>
                <a:solidFill>
                  <a:srgbClr val="00B050"/>
                </a:solidFill>
                <a:ln w="20701" cap="rnd" algn="ctr">
                  <a:solidFill>
                    <a:srgbClr val="000000"/>
                  </a:solidFill>
                  <a:miter lim="800000"/>
                  <a:headEnd/>
                  <a:tailEnd/>
                </a:ln>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grpSp>
          <p:sp>
            <p:nvSpPr>
              <p:cNvPr id="38927" name="Rectangle 10"/>
              <p:cNvSpPr>
                <a:spLocks noChangeArrowheads="1"/>
              </p:cNvSpPr>
              <p:nvPr/>
            </p:nvSpPr>
            <p:spPr bwMode="auto">
              <a:xfrm>
                <a:off x="712788" y="3522569"/>
                <a:ext cx="819212"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algn="ctr" eaLnBrk="1" hangingPunct="1">
                  <a:spcBef>
                    <a:spcPct val="0"/>
                  </a:spcBef>
                  <a:buClrTx/>
                  <a:buFontTx/>
                  <a:buNone/>
                </a:pPr>
                <a:r>
                  <a:rPr lang="en-US" altLang="ru-RU" sz="1000" b="1">
                    <a:solidFill>
                      <a:srgbClr val="000000"/>
                    </a:solidFill>
                  </a:rPr>
                  <a:t>Do</a:t>
                </a:r>
              </a:p>
              <a:p>
                <a:pPr algn="ctr" eaLnBrk="1" hangingPunct="1">
                  <a:spcBef>
                    <a:spcPct val="0"/>
                  </a:spcBef>
                  <a:buClrTx/>
                  <a:buFontTx/>
                  <a:buNone/>
                </a:pPr>
                <a:r>
                  <a:rPr lang="en-US" altLang="ru-RU" sz="1000" b="1">
                    <a:solidFill>
                      <a:srgbClr val="000000"/>
                    </a:solidFill>
                  </a:rPr>
                  <a:t>Business</a:t>
                </a:r>
              </a:p>
              <a:p>
                <a:pPr algn="ctr" eaLnBrk="1" hangingPunct="1">
                  <a:spcBef>
                    <a:spcPct val="0"/>
                  </a:spcBef>
                  <a:buClrTx/>
                  <a:buFontTx/>
                  <a:buNone/>
                </a:pPr>
                <a:r>
                  <a:rPr lang="en-US" altLang="ru-RU" sz="1000" b="1">
                    <a:solidFill>
                      <a:srgbClr val="000000"/>
                    </a:solidFill>
                  </a:rPr>
                  <a:t>Description</a:t>
                </a:r>
                <a:endParaRPr lang="en-US" altLang="ru-RU" sz="1000">
                  <a:solidFill>
                    <a:schemeClr val="tx1"/>
                  </a:solidFill>
                </a:endParaRPr>
              </a:p>
            </p:txBody>
          </p:sp>
          <p:sp>
            <p:nvSpPr>
              <p:cNvPr id="38928" name="Rectangle 11"/>
              <p:cNvSpPr>
                <a:spLocks noChangeArrowheads="1"/>
              </p:cNvSpPr>
              <p:nvPr/>
            </p:nvSpPr>
            <p:spPr bwMode="auto">
              <a:xfrm>
                <a:off x="5613400" y="3189288"/>
                <a:ext cx="881063" cy="1119187"/>
              </a:xfrm>
              <a:prstGeom prst="rect">
                <a:avLst/>
              </a:prstGeom>
              <a:solidFill>
                <a:srgbClr val="FFFF00"/>
              </a:solidFill>
              <a:ln w="20638" cap="rnd">
                <a:solidFill>
                  <a:srgbClr val="000000"/>
                </a:solidFill>
                <a:miter lim="800000"/>
                <a:headEnd/>
                <a:tailEnd/>
              </a:ln>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rgbClr val="000000"/>
                  </a:solidFill>
                </a:endParaRPr>
              </a:p>
            </p:txBody>
          </p:sp>
          <p:sp>
            <p:nvSpPr>
              <p:cNvPr id="38929" name="Rectangle 12"/>
              <p:cNvSpPr>
                <a:spLocks noChangeArrowheads="1"/>
              </p:cNvSpPr>
              <p:nvPr/>
            </p:nvSpPr>
            <p:spPr bwMode="auto">
              <a:xfrm>
                <a:off x="5676900" y="3443392"/>
                <a:ext cx="719817" cy="82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algn="ctr" eaLnBrk="1" hangingPunct="1">
                  <a:spcBef>
                    <a:spcPct val="0"/>
                  </a:spcBef>
                  <a:buClrTx/>
                  <a:buFontTx/>
                  <a:buNone/>
                </a:pPr>
                <a:r>
                  <a:rPr lang="en-US" altLang="ru-RU" sz="1000" b="1">
                    <a:solidFill>
                      <a:srgbClr val="000000"/>
                    </a:solidFill>
                  </a:rPr>
                  <a:t>Define </a:t>
                </a:r>
              </a:p>
              <a:p>
                <a:pPr algn="ctr" eaLnBrk="1" hangingPunct="1">
                  <a:spcBef>
                    <a:spcPct val="0"/>
                  </a:spcBef>
                  <a:buClrTx/>
                  <a:buFontTx/>
                  <a:buNone/>
                </a:pPr>
                <a:r>
                  <a:rPr lang="en-US" altLang="ru-RU" sz="1000" b="1">
                    <a:solidFill>
                      <a:srgbClr val="000000"/>
                    </a:solidFill>
                  </a:rPr>
                  <a:t>Critical</a:t>
                </a:r>
              </a:p>
              <a:p>
                <a:pPr algn="ctr" eaLnBrk="1" hangingPunct="1">
                  <a:spcBef>
                    <a:spcPct val="0"/>
                  </a:spcBef>
                  <a:buClrTx/>
                  <a:buFontTx/>
                  <a:buNone/>
                </a:pPr>
                <a:r>
                  <a:rPr lang="en-US" altLang="ru-RU" sz="1000" b="1">
                    <a:solidFill>
                      <a:srgbClr val="000000"/>
                    </a:solidFill>
                  </a:rPr>
                  <a:t>Activities</a:t>
                </a:r>
              </a:p>
              <a:p>
                <a:pPr algn="ctr" eaLnBrk="1" hangingPunct="1">
                  <a:spcBef>
                    <a:spcPct val="0"/>
                  </a:spcBef>
                  <a:buClrTx/>
                  <a:buFontTx/>
                  <a:buNone/>
                </a:pPr>
                <a:r>
                  <a:rPr lang="en-US" altLang="ru-RU" sz="1000" b="1">
                    <a:solidFill>
                      <a:srgbClr val="000000"/>
                    </a:solidFill>
                  </a:rPr>
                  <a:t>and Tasks</a:t>
                </a:r>
                <a:endParaRPr lang="en-US" altLang="ru-RU" sz="1000">
                  <a:solidFill>
                    <a:srgbClr val="000000"/>
                  </a:solidFill>
                </a:endParaRPr>
              </a:p>
            </p:txBody>
          </p:sp>
          <p:sp>
            <p:nvSpPr>
              <p:cNvPr id="38930" name="Rectangle 13"/>
              <p:cNvSpPr>
                <a:spLocks noChangeArrowheads="1"/>
              </p:cNvSpPr>
              <p:nvPr/>
            </p:nvSpPr>
            <p:spPr bwMode="auto">
              <a:xfrm>
                <a:off x="8001000" y="3176588"/>
                <a:ext cx="879475" cy="1119187"/>
              </a:xfrm>
              <a:prstGeom prst="rect">
                <a:avLst/>
              </a:prstGeom>
              <a:solidFill>
                <a:srgbClr val="FF0000"/>
              </a:solidFill>
              <a:ln w="20638" cap="rnd" algn="ctr">
                <a:solidFill>
                  <a:srgbClr val="000000"/>
                </a:solidFill>
                <a:miter lim="800000"/>
                <a:headEnd/>
                <a:tailEnd/>
              </a:ln>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sp>
            <p:nvSpPr>
              <p:cNvPr id="38931" name="Rectangle 14"/>
              <p:cNvSpPr>
                <a:spLocks noChangeArrowheads="1"/>
              </p:cNvSpPr>
              <p:nvPr/>
            </p:nvSpPr>
            <p:spPr bwMode="auto">
              <a:xfrm>
                <a:off x="8093041" y="3443392"/>
                <a:ext cx="718213" cy="82073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algn="ctr" eaLnBrk="1" hangingPunct="1">
                  <a:spcBef>
                    <a:spcPct val="0"/>
                  </a:spcBef>
                  <a:buClrTx/>
                  <a:buFontTx/>
                  <a:buNone/>
                </a:pPr>
                <a:r>
                  <a:rPr lang="en-US" altLang="ru-RU" sz="1000" b="1">
                    <a:solidFill>
                      <a:srgbClr val="000000"/>
                    </a:solidFill>
                  </a:rPr>
                  <a:t>Standard</a:t>
                </a:r>
              </a:p>
              <a:p>
                <a:pPr algn="ctr" eaLnBrk="1" hangingPunct="1">
                  <a:spcBef>
                    <a:spcPct val="0"/>
                  </a:spcBef>
                  <a:buClrTx/>
                  <a:buFontTx/>
                  <a:buNone/>
                </a:pPr>
                <a:r>
                  <a:rPr lang="en-US" altLang="ru-RU" sz="1000" b="1">
                    <a:solidFill>
                      <a:srgbClr val="000000"/>
                    </a:solidFill>
                  </a:rPr>
                  <a:t>Creation&amp;</a:t>
                </a:r>
              </a:p>
              <a:p>
                <a:pPr algn="ctr" eaLnBrk="1" hangingPunct="1">
                  <a:spcBef>
                    <a:spcPct val="0"/>
                  </a:spcBef>
                  <a:buClrTx/>
                  <a:buFontTx/>
                  <a:buNone/>
                </a:pPr>
                <a:r>
                  <a:rPr lang="en-US" altLang="ru-RU" sz="1000" b="1">
                    <a:solidFill>
                      <a:srgbClr val="000000"/>
                    </a:solidFill>
                  </a:rPr>
                  <a:t>Execution</a:t>
                </a:r>
              </a:p>
              <a:p>
                <a:pPr algn="ctr" eaLnBrk="1" hangingPunct="1">
                  <a:spcBef>
                    <a:spcPct val="0"/>
                  </a:spcBef>
                  <a:buClrTx/>
                  <a:buFontTx/>
                  <a:buNone/>
                </a:pPr>
                <a:r>
                  <a:rPr lang="pt-BR" altLang="ru-RU" sz="1000" b="1">
                    <a:solidFill>
                      <a:srgbClr val="000000"/>
                    </a:solidFill>
                  </a:rPr>
                  <a:t>Block</a:t>
                </a:r>
                <a:endParaRPr lang="en-US" altLang="ru-RU" sz="1000">
                  <a:solidFill>
                    <a:schemeClr val="tx1"/>
                  </a:solidFill>
                </a:endParaRPr>
              </a:p>
            </p:txBody>
          </p:sp>
          <p:sp>
            <p:nvSpPr>
              <p:cNvPr id="38932" name="Rectangle 15"/>
              <p:cNvSpPr>
                <a:spLocks noChangeArrowheads="1"/>
              </p:cNvSpPr>
              <p:nvPr/>
            </p:nvSpPr>
            <p:spPr bwMode="auto">
              <a:xfrm>
                <a:off x="8464550" y="3651251"/>
                <a:ext cx="43286" cy="205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000" b="1">
                    <a:solidFill>
                      <a:srgbClr val="000000"/>
                    </a:solidFill>
                  </a:rPr>
                  <a:t> </a:t>
                </a:r>
                <a:endParaRPr lang="en-US" altLang="ru-RU" sz="1000">
                  <a:solidFill>
                    <a:schemeClr val="tx1"/>
                  </a:solidFill>
                </a:endParaRPr>
              </a:p>
            </p:txBody>
          </p:sp>
          <p:sp>
            <p:nvSpPr>
              <p:cNvPr id="38933" name="Rectangle 16"/>
              <p:cNvSpPr>
                <a:spLocks noChangeArrowheads="1"/>
              </p:cNvSpPr>
              <p:nvPr/>
            </p:nvSpPr>
            <p:spPr bwMode="auto">
              <a:xfrm>
                <a:off x="583416" y="2514600"/>
                <a:ext cx="2353430" cy="328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600" b="1">
                    <a:solidFill>
                      <a:srgbClr val="000000"/>
                    </a:solidFill>
                  </a:rPr>
                  <a:t>Input from BD Block</a:t>
                </a:r>
                <a:endParaRPr lang="en-US" altLang="ru-RU" sz="1000">
                  <a:solidFill>
                    <a:schemeClr val="tx1"/>
                  </a:solidFill>
                </a:endParaRPr>
              </a:p>
            </p:txBody>
          </p:sp>
          <p:sp>
            <p:nvSpPr>
              <p:cNvPr id="38934" name="Rectangle 17"/>
              <p:cNvSpPr>
                <a:spLocks noChangeArrowheads="1"/>
              </p:cNvSpPr>
              <p:nvPr/>
            </p:nvSpPr>
            <p:spPr bwMode="auto">
              <a:xfrm>
                <a:off x="6934200" y="2514600"/>
                <a:ext cx="1252064" cy="328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600" b="1">
                    <a:solidFill>
                      <a:srgbClr val="000000"/>
                    </a:solidFill>
                  </a:rPr>
                  <a:t>Next Steps</a:t>
                </a:r>
                <a:endParaRPr lang="en-US" altLang="ru-RU" sz="1000">
                  <a:solidFill>
                    <a:schemeClr val="tx1"/>
                  </a:solidFill>
                </a:endParaRPr>
              </a:p>
            </p:txBody>
          </p:sp>
          <p:grpSp>
            <p:nvGrpSpPr>
              <p:cNvPr id="38935" name="Group 18"/>
              <p:cNvGrpSpPr>
                <a:grpSpLocks/>
              </p:cNvGrpSpPr>
              <p:nvPr/>
            </p:nvGrpSpPr>
            <p:grpSpPr bwMode="auto">
              <a:xfrm>
                <a:off x="1941513" y="3176588"/>
                <a:ext cx="877887" cy="1119187"/>
                <a:chOff x="1208" y="2001"/>
                <a:chExt cx="553" cy="705"/>
              </a:xfrm>
            </p:grpSpPr>
            <p:sp>
              <p:nvSpPr>
                <p:cNvPr id="38950" name="Rectangle 19"/>
                <p:cNvSpPr>
                  <a:spLocks noChangeArrowheads="1"/>
                </p:cNvSpPr>
                <p:nvPr/>
              </p:nvSpPr>
              <p:spPr bwMode="auto">
                <a:xfrm>
                  <a:off x="1208" y="2001"/>
                  <a:ext cx="553" cy="7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sp>
              <p:nvSpPr>
                <p:cNvPr id="38951" name="Rectangle 20"/>
                <p:cNvSpPr>
                  <a:spLocks noChangeArrowheads="1"/>
                </p:cNvSpPr>
                <p:nvPr/>
              </p:nvSpPr>
              <p:spPr bwMode="auto">
                <a:xfrm>
                  <a:off x="1208" y="2001"/>
                  <a:ext cx="553" cy="705"/>
                </a:xfrm>
                <a:prstGeom prst="rect">
                  <a:avLst/>
                </a:prstGeom>
                <a:solidFill>
                  <a:srgbClr val="00B050"/>
                </a:solidFill>
                <a:ln w="20638" cap="rnd">
                  <a:solidFill>
                    <a:srgbClr val="000000"/>
                  </a:solidFill>
                  <a:miter lim="800000"/>
                  <a:headEnd/>
                  <a:tailEnd/>
                </a:ln>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grpSp>
          <p:sp>
            <p:nvSpPr>
              <p:cNvPr id="38936" name="Rectangle 21"/>
              <p:cNvSpPr>
                <a:spLocks noChangeArrowheads="1"/>
              </p:cNvSpPr>
              <p:nvPr/>
            </p:nvSpPr>
            <p:spPr bwMode="auto">
              <a:xfrm>
                <a:off x="2011327" y="3282941"/>
                <a:ext cx="761499" cy="1025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algn="ctr" eaLnBrk="1" hangingPunct="1">
                  <a:spcBef>
                    <a:spcPct val="0"/>
                  </a:spcBef>
                  <a:buClrTx/>
                  <a:buFontTx/>
                  <a:buNone/>
                </a:pPr>
                <a:r>
                  <a:rPr lang="en-US" altLang="ru-RU" sz="1000" b="1" dirty="0">
                    <a:solidFill>
                      <a:srgbClr val="000000"/>
                    </a:solidFill>
                  </a:rPr>
                  <a:t>Define </a:t>
                </a:r>
              </a:p>
              <a:p>
                <a:pPr algn="ctr" eaLnBrk="1" hangingPunct="1">
                  <a:spcBef>
                    <a:spcPct val="0"/>
                  </a:spcBef>
                  <a:buClrTx/>
                  <a:buFontTx/>
                  <a:buNone/>
                </a:pPr>
                <a:r>
                  <a:rPr lang="en-US" altLang="ru-RU" sz="1000" b="1" dirty="0">
                    <a:solidFill>
                      <a:srgbClr val="000000"/>
                    </a:solidFill>
                  </a:rPr>
                  <a:t>Processes </a:t>
                </a:r>
              </a:p>
              <a:p>
                <a:pPr algn="ctr" eaLnBrk="1" hangingPunct="1">
                  <a:spcBef>
                    <a:spcPct val="0"/>
                  </a:spcBef>
                  <a:buClrTx/>
                  <a:buFontTx/>
                  <a:buNone/>
                </a:pPr>
                <a:r>
                  <a:rPr lang="en-US" altLang="ru-RU" sz="1000" b="1" dirty="0">
                    <a:solidFill>
                      <a:srgbClr val="000000"/>
                    </a:solidFill>
                  </a:rPr>
                  <a:t>and </a:t>
                </a:r>
              </a:p>
              <a:p>
                <a:pPr algn="ctr" eaLnBrk="1" hangingPunct="1">
                  <a:spcBef>
                    <a:spcPct val="0"/>
                  </a:spcBef>
                  <a:buClrTx/>
                  <a:buFontTx/>
                  <a:buNone/>
                </a:pPr>
                <a:r>
                  <a:rPr lang="en-US" altLang="ru-RU" sz="1000" b="1" dirty="0">
                    <a:solidFill>
                      <a:srgbClr val="000000"/>
                    </a:solidFill>
                  </a:rPr>
                  <a:t>Critical</a:t>
                </a:r>
              </a:p>
              <a:p>
                <a:pPr algn="ctr" eaLnBrk="1" hangingPunct="1">
                  <a:spcBef>
                    <a:spcPct val="0"/>
                  </a:spcBef>
                  <a:buClrTx/>
                  <a:buFontTx/>
                  <a:buNone/>
                </a:pPr>
                <a:r>
                  <a:rPr lang="en-US" altLang="ru-RU" sz="1000" b="1" dirty="0">
                    <a:solidFill>
                      <a:srgbClr val="000000"/>
                    </a:solidFill>
                  </a:rPr>
                  <a:t>Products</a:t>
                </a:r>
                <a:endParaRPr lang="en-US" altLang="ru-RU" sz="1000" dirty="0">
                  <a:solidFill>
                    <a:schemeClr val="tx1"/>
                  </a:solidFill>
                </a:endParaRPr>
              </a:p>
            </p:txBody>
          </p:sp>
          <p:sp>
            <p:nvSpPr>
              <p:cNvPr id="38937" name="Rectangle 22"/>
              <p:cNvSpPr>
                <a:spLocks noChangeArrowheads="1"/>
              </p:cNvSpPr>
              <p:nvPr/>
            </p:nvSpPr>
            <p:spPr bwMode="auto">
              <a:xfrm>
                <a:off x="3149600" y="3189288"/>
                <a:ext cx="877888" cy="1119187"/>
              </a:xfrm>
              <a:prstGeom prst="rect">
                <a:avLst/>
              </a:prstGeom>
              <a:solidFill>
                <a:srgbClr val="FFFF00"/>
              </a:solidFill>
              <a:ln w="20638" cap="rnd">
                <a:solidFill>
                  <a:srgbClr val="000000"/>
                </a:solidFill>
                <a:miter lim="800000"/>
                <a:headEnd/>
                <a:tailEnd/>
              </a:ln>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rgbClr val="000000"/>
                  </a:solidFill>
                </a:endParaRPr>
              </a:p>
            </p:txBody>
          </p:sp>
          <p:sp>
            <p:nvSpPr>
              <p:cNvPr id="38938" name="Rectangle 23"/>
              <p:cNvSpPr>
                <a:spLocks noChangeArrowheads="1"/>
              </p:cNvSpPr>
              <p:nvPr/>
            </p:nvSpPr>
            <p:spPr bwMode="auto">
              <a:xfrm>
                <a:off x="3105835" y="3520337"/>
                <a:ext cx="947548"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algn="ctr" eaLnBrk="1" hangingPunct="1">
                  <a:spcBef>
                    <a:spcPct val="0"/>
                  </a:spcBef>
                  <a:buClrTx/>
                  <a:buFontTx/>
                  <a:buNone/>
                </a:pPr>
                <a:r>
                  <a:rPr lang="en-US" altLang="ru-RU" sz="1000" b="1">
                    <a:solidFill>
                      <a:srgbClr val="000000"/>
                    </a:solidFill>
                  </a:rPr>
                  <a:t>Identify Critical</a:t>
                </a:r>
              </a:p>
              <a:p>
                <a:pPr algn="ctr" eaLnBrk="1" hangingPunct="1">
                  <a:spcBef>
                    <a:spcPct val="0"/>
                  </a:spcBef>
                  <a:buClrTx/>
                  <a:buFontTx/>
                  <a:buNone/>
                </a:pPr>
                <a:r>
                  <a:rPr lang="en-US" altLang="ru-RU" sz="1000" b="1">
                    <a:solidFill>
                      <a:srgbClr val="000000"/>
                    </a:solidFill>
                  </a:rPr>
                  <a:t>Processes</a:t>
                </a:r>
              </a:p>
            </p:txBody>
          </p:sp>
          <p:grpSp>
            <p:nvGrpSpPr>
              <p:cNvPr id="38939" name="Group 24"/>
              <p:cNvGrpSpPr>
                <a:grpSpLocks/>
              </p:cNvGrpSpPr>
              <p:nvPr/>
            </p:nvGrpSpPr>
            <p:grpSpPr bwMode="auto">
              <a:xfrm>
                <a:off x="4381500" y="3175000"/>
                <a:ext cx="877887" cy="1119188"/>
                <a:chOff x="1999" y="1998"/>
                <a:chExt cx="553" cy="705"/>
              </a:xfrm>
            </p:grpSpPr>
            <p:sp>
              <p:nvSpPr>
                <p:cNvPr id="38948" name="Rectangle 25"/>
                <p:cNvSpPr>
                  <a:spLocks noChangeArrowheads="1"/>
                </p:cNvSpPr>
                <p:nvPr/>
              </p:nvSpPr>
              <p:spPr bwMode="auto">
                <a:xfrm>
                  <a:off x="1999" y="1998"/>
                  <a:ext cx="553" cy="705"/>
                </a:xfrm>
                <a:prstGeom prst="rect">
                  <a:avLst/>
                </a:prstGeom>
                <a:solidFill>
                  <a:srgbClr val="FF0000"/>
                </a:solidFill>
                <a:ln w="9525">
                  <a:solidFill>
                    <a:schemeClr val="tx1"/>
                  </a:solidFill>
                  <a:prstDash val="dash"/>
                  <a:miter lim="800000"/>
                  <a:headEnd/>
                  <a:tailEnd/>
                </a:ln>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chemeClr val="tx1"/>
                    </a:solidFill>
                  </a:endParaRPr>
                </a:p>
              </p:txBody>
            </p:sp>
            <p:sp>
              <p:nvSpPr>
                <p:cNvPr id="38949" name="Rectangle 26"/>
                <p:cNvSpPr>
                  <a:spLocks noChangeArrowheads="1"/>
                </p:cNvSpPr>
                <p:nvPr/>
              </p:nvSpPr>
              <p:spPr bwMode="auto">
                <a:xfrm>
                  <a:off x="1999" y="1998"/>
                  <a:ext cx="553" cy="705"/>
                </a:xfrm>
                <a:prstGeom prst="rect">
                  <a:avLst/>
                </a:prstGeom>
                <a:solidFill>
                  <a:srgbClr val="FFFF00"/>
                </a:solidFill>
                <a:ln w="20638" cap="rnd">
                  <a:solidFill>
                    <a:srgbClr val="000000"/>
                  </a:solidFill>
                  <a:miter lim="800000"/>
                  <a:headEnd/>
                  <a:tailEnd/>
                </a:ln>
              </p:spPr>
              <p:txBody>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endParaRPr lang="ru-RU" altLang="ru-RU" sz="1000">
                    <a:solidFill>
                      <a:srgbClr val="000000"/>
                    </a:solidFill>
                  </a:endParaRPr>
                </a:p>
              </p:txBody>
            </p:sp>
          </p:grpSp>
          <p:sp>
            <p:nvSpPr>
              <p:cNvPr id="38940" name="Rectangle 27"/>
              <p:cNvSpPr>
                <a:spLocks noChangeArrowheads="1"/>
              </p:cNvSpPr>
              <p:nvPr/>
            </p:nvSpPr>
            <p:spPr bwMode="auto">
              <a:xfrm>
                <a:off x="4489416" y="3597281"/>
                <a:ext cx="718213" cy="410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algn="ctr" eaLnBrk="1" hangingPunct="1">
                  <a:spcBef>
                    <a:spcPct val="0"/>
                  </a:spcBef>
                  <a:buClrTx/>
                  <a:buFontTx/>
                  <a:buNone/>
                </a:pPr>
                <a:r>
                  <a:rPr lang="en-US" altLang="ru-RU" sz="1000" b="1">
                    <a:solidFill>
                      <a:srgbClr val="000000"/>
                    </a:solidFill>
                  </a:rPr>
                  <a:t>Map </a:t>
                </a:r>
              </a:p>
              <a:p>
                <a:pPr algn="ctr" eaLnBrk="1" hangingPunct="1">
                  <a:spcBef>
                    <a:spcPct val="0"/>
                  </a:spcBef>
                  <a:buClrTx/>
                  <a:buFontTx/>
                  <a:buNone/>
                </a:pPr>
                <a:r>
                  <a:rPr lang="en-US" altLang="ru-RU" sz="1000" b="1">
                    <a:solidFill>
                      <a:srgbClr val="000000"/>
                    </a:solidFill>
                  </a:rPr>
                  <a:t>Processes</a:t>
                </a:r>
                <a:endParaRPr lang="en-US" altLang="ru-RU" sz="1000">
                  <a:solidFill>
                    <a:srgbClr val="000000"/>
                  </a:solidFill>
                </a:endParaRPr>
              </a:p>
            </p:txBody>
          </p:sp>
          <p:sp>
            <p:nvSpPr>
              <p:cNvPr id="38941" name="Freeform 28"/>
              <p:cNvSpPr>
                <a:spLocks noEditPoints="1"/>
              </p:cNvSpPr>
              <p:nvPr/>
            </p:nvSpPr>
            <p:spPr bwMode="auto">
              <a:xfrm>
                <a:off x="2984500" y="2197100"/>
                <a:ext cx="20638" cy="2490788"/>
              </a:xfrm>
              <a:custGeom>
                <a:avLst/>
                <a:gdLst>
                  <a:gd name="T0" fmla="*/ 2147483647 w 70"/>
                  <a:gd name="T1" fmla="*/ 2147483647 h 8338"/>
                  <a:gd name="T2" fmla="*/ 2147483647 w 70"/>
                  <a:gd name="T3" fmla="*/ 2147483647 h 8338"/>
                  <a:gd name="T4" fmla="*/ 2147483647 w 70"/>
                  <a:gd name="T5" fmla="*/ 2147483647 h 8338"/>
                  <a:gd name="T6" fmla="*/ 2147483647 w 70"/>
                  <a:gd name="T7" fmla="*/ 2147483647 h 8338"/>
                  <a:gd name="T8" fmla="*/ 2147483647 w 70"/>
                  <a:gd name="T9" fmla="*/ 2147483647 h 8338"/>
                  <a:gd name="T10" fmla="*/ 2147483647 w 70"/>
                  <a:gd name="T11" fmla="*/ 2147483647 h 8338"/>
                  <a:gd name="T12" fmla="*/ 2147483647 w 70"/>
                  <a:gd name="T13" fmla="*/ 2147483647 h 8338"/>
                  <a:gd name="T14" fmla="*/ 2147483647 w 70"/>
                  <a:gd name="T15" fmla="*/ 2147483647 h 8338"/>
                  <a:gd name="T16" fmla="*/ 2147483647 w 70"/>
                  <a:gd name="T17" fmla="*/ 2147483647 h 8338"/>
                  <a:gd name="T18" fmla="*/ 2147483647 w 70"/>
                  <a:gd name="T19" fmla="*/ 2147483647 h 8338"/>
                  <a:gd name="T20" fmla="*/ 2147483647 w 70"/>
                  <a:gd name="T21" fmla="*/ 2147483647 h 8338"/>
                  <a:gd name="T22" fmla="*/ 2147483647 w 70"/>
                  <a:gd name="T23" fmla="*/ 2147483647 h 8338"/>
                  <a:gd name="T24" fmla="*/ 2147483647 w 70"/>
                  <a:gd name="T25" fmla="*/ 2147483647 h 8338"/>
                  <a:gd name="T26" fmla="*/ 2147483647 w 70"/>
                  <a:gd name="T27" fmla="*/ 2147483647 h 8338"/>
                  <a:gd name="T28" fmla="*/ 2147483647 w 70"/>
                  <a:gd name="T29" fmla="*/ 2147483647 h 8338"/>
                  <a:gd name="T30" fmla="*/ 2147483647 w 70"/>
                  <a:gd name="T31" fmla="*/ 2147483647 h 8338"/>
                  <a:gd name="T32" fmla="*/ 2147483647 w 70"/>
                  <a:gd name="T33" fmla="*/ 2147483647 h 8338"/>
                  <a:gd name="T34" fmla="*/ 2147483647 w 70"/>
                  <a:gd name="T35" fmla="*/ 2147483647 h 8338"/>
                  <a:gd name="T36" fmla="*/ 2147483647 w 70"/>
                  <a:gd name="T37" fmla="*/ 2147483647 h 8338"/>
                  <a:gd name="T38" fmla="*/ 2147483647 w 70"/>
                  <a:gd name="T39" fmla="*/ 2147483647 h 8338"/>
                  <a:gd name="T40" fmla="*/ 2147483647 w 70"/>
                  <a:gd name="T41" fmla="*/ 2147483647 h 8338"/>
                  <a:gd name="T42" fmla="*/ 2147483647 w 70"/>
                  <a:gd name="T43" fmla="*/ 2147483647 h 8338"/>
                  <a:gd name="T44" fmla="*/ 2147483647 w 70"/>
                  <a:gd name="T45" fmla="*/ 2147483647 h 8338"/>
                  <a:gd name="T46" fmla="*/ 2147483647 w 70"/>
                  <a:gd name="T47" fmla="*/ 2147483647 h 8338"/>
                  <a:gd name="T48" fmla="*/ 2147483647 w 70"/>
                  <a:gd name="T49" fmla="*/ 2147483647 h 8338"/>
                  <a:gd name="T50" fmla="*/ 2147483647 w 70"/>
                  <a:gd name="T51" fmla="*/ 2147483647 h 8338"/>
                  <a:gd name="T52" fmla="*/ 2147483647 w 70"/>
                  <a:gd name="T53" fmla="*/ 2147483647 h 8338"/>
                  <a:gd name="T54" fmla="*/ 2147483647 w 70"/>
                  <a:gd name="T55" fmla="*/ 2147483647 h 8338"/>
                  <a:gd name="T56" fmla="*/ 2147483647 w 70"/>
                  <a:gd name="T57" fmla="*/ 2147483647 h 8338"/>
                  <a:gd name="T58" fmla="*/ 2147483647 w 70"/>
                  <a:gd name="T59" fmla="*/ 2147483647 h 8338"/>
                  <a:gd name="T60" fmla="*/ 2147483647 w 70"/>
                  <a:gd name="T61" fmla="*/ 2147483647 h 8338"/>
                  <a:gd name="T62" fmla="*/ 2147483647 w 70"/>
                  <a:gd name="T63" fmla="*/ 2147483647 h 8338"/>
                  <a:gd name="T64" fmla="*/ 2147483647 w 70"/>
                  <a:gd name="T65" fmla="*/ 2147483647 h 8338"/>
                  <a:gd name="T66" fmla="*/ 2147483647 w 70"/>
                  <a:gd name="T67" fmla="*/ 2147483647 h 8338"/>
                  <a:gd name="T68" fmla="*/ 2147483647 w 70"/>
                  <a:gd name="T69" fmla="*/ 2147483647 h 8338"/>
                  <a:gd name="T70" fmla="*/ 2147483647 w 70"/>
                  <a:gd name="T71" fmla="*/ 2147483647 h 8338"/>
                  <a:gd name="T72" fmla="*/ 2147483647 w 70"/>
                  <a:gd name="T73" fmla="*/ 2147483647 h 8338"/>
                  <a:gd name="T74" fmla="*/ 2147483647 w 70"/>
                  <a:gd name="T75" fmla="*/ 2147483647 h 8338"/>
                  <a:gd name="T76" fmla="*/ 2147483647 w 70"/>
                  <a:gd name="T77" fmla="*/ 2147483647 h 8338"/>
                  <a:gd name="T78" fmla="*/ 2147483647 w 70"/>
                  <a:gd name="T79" fmla="*/ 2147483647 h 8338"/>
                  <a:gd name="T80" fmla="*/ 2147483647 w 70"/>
                  <a:gd name="T81" fmla="*/ 2147483647 h 8338"/>
                  <a:gd name="T82" fmla="*/ 2147483647 w 70"/>
                  <a:gd name="T83" fmla="*/ 2147483647 h 8338"/>
                  <a:gd name="T84" fmla="*/ 2147483647 w 70"/>
                  <a:gd name="T85" fmla="*/ 2147483647 h 8338"/>
                  <a:gd name="T86" fmla="*/ 2147483647 w 70"/>
                  <a:gd name="T87" fmla="*/ 2147483647 h 8338"/>
                  <a:gd name="T88" fmla="*/ 2147483647 w 70"/>
                  <a:gd name="T89" fmla="*/ 2147483647 h 8338"/>
                  <a:gd name="T90" fmla="*/ 2147483647 w 70"/>
                  <a:gd name="T91" fmla="*/ 2147483647 h 8338"/>
                  <a:gd name="T92" fmla="*/ 2147483647 w 70"/>
                  <a:gd name="T93" fmla="*/ 2147483647 h 8338"/>
                  <a:gd name="T94" fmla="*/ 2147483647 w 70"/>
                  <a:gd name="T95" fmla="*/ 2147483647 h 8338"/>
                  <a:gd name="T96" fmla="*/ 2147483647 w 70"/>
                  <a:gd name="T97" fmla="*/ 2147483647 h 8338"/>
                  <a:gd name="T98" fmla="*/ 2147483647 w 70"/>
                  <a:gd name="T99" fmla="*/ 2147483647 h 8338"/>
                  <a:gd name="T100" fmla="*/ 2147483647 w 70"/>
                  <a:gd name="T101" fmla="*/ 2147483647 h 8338"/>
                  <a:gd name="T102" fmla="*/ 2147483647 w 70"/>
                  <a:gd name="T103" fmla="*/ 2147483647 h 8338"/>
                  <a:gd name="T104" fmla="*/ 2147483647 w 70"/>
                  <a:gd name="T105" fmla="*/ 2147483647 h 8338"/>
                  <a:gd name="T106" fmla="*/ 2147483647 w 70"/>
                  <a:gd name="T107" fmla="*/ 2147483647 h 8338"/>
                  <a:gd name="T108" fmla="*/ 2147483647 w 70"/>
                  <a:gd name="T109" fmla="*/ 2147483647 h 8338"/>
                  <a:gd name="T110" fmla="*/ 2147483647 w 70"/>
                  <a:gd name="T111" fmla="*/ 2147483647 h 8338"/>
                  <a:gd name="T112" fmla="*/ 2147483647 w 70"/>
                  <a:gd name="T113" fmla="*/ 2147483647 h 8338"/>
                  <a:gd name="T114" fmla="*/ 2147483647 w 70"/>
                  <a:gd name="T115" fmla="*/ 2147483647 h 8338"/>
                  <a:gd name="T116" fmla="*/ 2147483647 w 70"/>
                  <a:gd name="T117" fmla="*/ 2147483647 h 8338"/>
                  <a:gd name="T118" fmla="*/ 2147483647 w 70"/>
                  <a:gd name="T119" fmla="*/ 2147483647 h 8338"/>
                  <a:gd name="T120" fmla="*/ 2147483647 w 70"/>
                  <a:gd name="T121" fmla="*/ 2147483647 h 8338"/>
                  <a:gd name="T122" fmla="*/ 2147483647 w 70"/>
                  <a:gd name="T123" fmla="*/ 2147483647 h 8338"/>
                  <a:gd name="T124" fmla="*/ 2147483647 w 70"/>
                  <a:gd name="T125" fmla="*/ 2147483647 h 833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70"/>
                  <a:gd name="T190" fmla="*/ 0 h 8338"/>
                  <a:gd name="T191" fmla="*/ 70 w 70"/>
                  <a:gd name="T192" fmla="*/ 8338 h 8338"/>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70" h="8338">
                    <a:moveTo>
                      <a:pt x="67" y="33"/>
                    </a:moveTo>
                    <a:lnTo>
                      <a:pt x="67" y="34"/>
                    </a:lnTo>
                    <a:cubicBezTo>
                      <a:pt x="67" y="52"/>
                      <a:pt x="52" y="67"/>
                      <a:pt x="33" y="67"/>
                    </a:cubicBezTo>
                    <a:cubicBezTo>
                      <a:pt x="15" y="67"/>
                      <a:pt x="0" y="52"/>
                      <a:pt x="0" y="34"/>
                    </a:cubicBezTo>
                    <a:lnTo>
                      <a:pt x="0" y="33"/>
                    </a:lnTo>
                    <a:cubicBezTo>
                      <a:pt x="0" y="15"/>
                      <a:pt x="15" y="0"/>
                      <a:pt x="33" y="0"/>
                    </a:cubicBezTo>
                    <a:cubicBezTo>
                      <a:pt x="52" y="0"/>
                      <a:pt x="67" y="15"/>
                      <a:pt x="67" y="33"/>
                    </a:cubicBezTo>
                    <a:close/>
                    <a:moveTo>
                      <a:pt x="67" y="167"/>
                    </a:moveTo>
                    <a:lnTo>
                      <a:pt x="67" y="167"/>
                    </a:lnTo>
                    <a:cubicBezTo>
                      <a:pt x="67" y="185"/>
                      <a:pt x="52" y="200"/>
                      <a:pt x="34" y="200"/>
                    </a:cubicBezTo>
                    <a:cubicBezTo>
                      <a:pt x="15" y="200"/>
                      <a:pt x="0" y="185"/>
                      <a:pt x="0" y="167"/>
                    </a:cubicBezTo>
                    <a:cubicBezTo>
                      <a:pt x="0" y="148"/>
                      <a:pt x="15" y="134"/>
                      <a:pt x="34" y="134"/>
                    </a:cubicBezTo>
                    <a:cubicBezTo>
                      <a:pt x="52" y="134"/>
                      <a:pt x="67" y="148"/>
                      <a:pt x="67" y="167"/>
                    </a:cubicBezTo>
                    <a:close/>
                    <a:moveTo>
                      <a:pt x="67" y="300"/>
                    </a:moveTo>
                    <a:lnTo>
                      <a:pt x="67" y="300"/>
                    </a:lnTo>
                    <a:cubicBezTo>
                      <a:pt x="67" y="319"/>
                      <a:pt x="52" y="334"/>
                      <a:pt x="34" y="334"/>
                    </a:cubicBezTo>
                    <a:cubicBezTo>
                      <a:pt x="15" y="334"/>
                      <a:pt x="0" y="319"/>
                      <a:pt x="0" y="300"/>
                    </a:cubicBezTo>
                    <a:cubicBezTo>
                      <a:pt x="0" y="282"/>
                      <a:pt x="15" y="267"/>
                      <a:pt x="34" y="267"/>
                    </a:cubicBezTo>
                    <a:cubicBezTo>
                      <a:pt x="52" y="267"/>
                      <a:pt x="67" y="282"/>
                      <a:pt x="67" y="300"/>
                    </a:cubicBezTo>
                    <a:close/>
                    <a:moveTo>
                      <a:pt x="67" y="434"/>
                    </a:moveTo>
                    <a:lnTo>
                      <a:pt x="67" y="434"/>
                    </a:lnTo>
                    <a:cubicBezTo>
                      <a:pt x="67" y="452"/>
                      <a:pt x="52" y="467"/>
                      <a:pt x="34" y="467"/>
                    </a:cubicBezTo>
                    <a:cubicBezTo>
                      <a:pt x="15" y="467"/>
                      <a:pt x="0" y="452"/>
                      <a:pt x="0" y="434"/>
                    </a:cubicBezTo>
                    <a:cubicBezTo>
                      <a:pt x="0" y="415"/>
                      <a:pt x="15" y="400"/>
                      <a:pt x="34" y="400"/>
                    </a:cubicBezTo>
                    <a:cubicBezTo>
                      <a:pt x="52" y="400"/>
                      <a:pt x="67" y="415"/>
                      <a:pt x="67" y="434"/>
                    </a:cubicBezTo>
                    <a:close/>
                    <a:moveTo>
                      <a:pt x="67" y="567"/>
                    </a:moveTo>
                    <a:lnTo>
                      <a:pt x="67" y="567"/>
                    </a:lnTo>
                    <a:cubicBezTo>
                      <a:pt x="67" y="586"/>
                      <a:pt x="52" y="600"/>
                      <a:pt x="34" y="600"/>
                    </a:cubicBezTo>
                    <a:cubicBezTo>
                      <a:pt x="15" y="600"/>
                      <a:pt x="0" y="586"/>
                      <a:pt x="0" y="567"/>
                    </a:cubicBezTo>
                    <a:cubicBezTo>
                      <a:pt x="0" y="549"/>
                      <a:pt x="15" y="534"/>
                      <a:pt x="34" y="534"/>
                    </a:cubicBezTo>
                    <a:cubicBezTo>
                      <a:pt x="52" y="534"/>
                      <a:pt x="67" y="549"/>
                      <a:pt x="67" y="567"/>
                    </a:cubicBezTo>
                    <a:close/>
                    <a:moveTo>
                      <a:pt x="67" y="700"/>
                    </a:moveTo>
                    <a:lnTo>
                      <a:pt x="67" y="701"/>
                    </a:lnTo>
                    <a:cubicBezTo>
                      <a:pt x="67" y="719"/>
                      <a:pt x="52" y="734"/>
                      <a:pt x="34" y="734"/>
                    </a:cubicBezTo>
                    <a:cubicBezTo>
                      <a:pt x="15" y="734"/>
                      <a:pt x="0" y="719"/>
                      <a:pt x="0" y="701"/>
                    </a:cubicBezTo>
                    <a:lnTo>
                      <a:pt x="0" y="700"/>
                    </a:lnTo>
                    <a:cubicBezTo>
                      <a:pt x="0" y="682"/>
                      <a:pt x="15" y="667"/>
                      <a:pt x="34" y="667"/>
                    </a:cubicBezTo>
                    <a:cubicBezTo>
                      <a:pt x="52" y="667"/>
                      <a:pt x="67" y="682"/>
                      <a:pt x="67" y="700"/>
                    </a:cubicBezTo>
                    <a:close/>
                    <a:moveTo>
                      <a:pt x="67" y="834"/>
                    </a:moveTo>
                    <a:lnTo>
                      <a:pt x="67" y="834"/>
                    </a:lnTo>
                    <a:cubicBezTo>
                      <a:pt x="67" y="852"/>
                      <a:pt x="52" y="867"/>
                      <a:pt x="34" y="867"/>
                    </a:cubicBezTo>
                    <a:cubicBezTo>
                      <a:pt x="15" y="867"/>
                      <a:pt x="0" y="852"/>
                      <a:pt x="0" y="834"/>
                    </a:cubicBezTo>
                    <a:cubicBezTo>
                      <a:pt x="0" y="815"/>
                      <a:pt x="15" y="801"/>
                      <a:pt x="34" y="801"/>
                    </a:cubicBezTo>
                    <a:cubicBezTo>
                      <a:pt x="52" y="801"/>
                      <a:pt x="67" y="815"/>
                      <a:pt x="67" y="834"/>
                    </a:cubicBezTo>
                    <a:close/>
                    <a:moveTo>
                      <a:pt x="67" y="967"/>
                    </a:moveTo>
                    <a:lnTo>
                      <a:pt x="67" y="967"/>
                    </a:lnTo>
                    <a:cubicBezTo>
                      <a:pt x="67" y="986"/>
                      <a:pt x="52" y="1001"/>
                      <a:pt x="34" y="1001"/>
                    </a:cubicBezTo>
                    <a:cubicBezTo>
                      <a:pt x="15" y="1001"/>
                      <a:pt x="1" y="986"/>
                      <a:pt x="1" y="967"/>
                    </a:cubicBezTo>
                    <a:cubicBezTo>
                      <a:pt x="1" y="949"/>
                      <a:pt x="15" y="934"/>
                      <a:pt x="34" y="934"/>
                    </a:cubicBezTo>
                    <a:cubicBezTo>
                      <a:pt x="52" y="934"/>
                      <a:pt x="67" y="949"/>
                      <a:pt x="67" y="967"/>
                    </a:cubicBezTo>
                    <a:close/>
                    <a:moveTo>
                      <a:pt x="67" y="1101"/>
                    </a:moveTo>
                    <a:lnTo>
                      <a:pt x="67" y="1101"/>
                    </a:lnTo>
                    <a:cubicBezTo>
                      <a:pt x="67" y="1119"/>
                      <a:pt x="52" y="1134"/>
                      <a:pt x="34" y="1134"/>
                    </a:cubicBezTo>
                    <a:cubicBezTo>
                      <a:pt x="15" y="1134"/>
                      <a:pt x="1" y="1119"/>
                      <a:pt x="1" y="1101"/>
                    </a:cubicBezTo>
                    <a:cubicBezTo>
                      <a:pt x="1" y="1082"/>
                      <a:pt x="15" y="1067"/>
                      <a:pt x="34" y="1067"/>
                    </a:cubicBezTo>
                    <a:cubicBezTo>
                      <a:pt x="52" y="1067"/>
                      <a:pt x="67" y="1082"/>
                      <a:pt x="67" y="1101"/>
                    </a:cubicBezTo>
                    <a:close/>
                    <a:moveTo>
                      <a:pt x="67" y="1234"/>
                    </a:moveTo>
                    <a:lnTo>
                      <a:pt x="67" y="1234"/>
                    </a:lnTo>
                    <a:cubicBezTo>
                      <a:pt x="67" y="1253"/>
                      <a:pt x="52" y="1267"/>
                      <a:pt x="34" y="1267"/>
                    </a:cubicBezTo>
                    <a:cubicBezTo>
                      <a:pt x="16" y="1267"/>
                      <a:pt x="1" y="1253"/>
                      <a:pt x="1" y="1234"/>
                    </a:cubicBezTo>
                    <a:cubicBezTo>
                      <a:pt x="1" y="1216"/>
                      <a:pt x="16" y="1201"/>
                      <a:pt x="34" y="1201"/>
                    </a:cubicBezTo>
                    <a:cubicBezTo>
                      <a:pt x="52" y="1201"/>
                      <a:pt x="67" y="1216"/>
                      <a:pt x="67" y="1234"/>
                    </a:cubicBezTo>
                    <a:close/>
                    <a:moveTo>
                      <a:pt x="67" y="1367"/>
                    </a:moveTo>
                    <a:lnTo>
                      <a:pt x="67" y="1368"/>
                    </a:lnTo>
                    <a:cubicBezTo>
                      <a:pt x="67" y="1386"/>
                      <a:pt x="52" y="1401"/>
                      <a:pt x="34" y="1401"/>
                    </a:cubicBezTo>
                    <a:cubicBezTo>
                      <a:pt x="16" y="1401"/>
                      <a:pt x="1" y="1386"/>
                      <a:pt x="1" y="1368"/>
                    </a:cubicBezTo>
                    <a:lnTo>
                      <a:pt x="1" y="1367"/>
                    </a:lnTo>
                    <a:cubicBezTo>
                      <a:pt x="1" y="1349"/>
                      <a:pt x="16" y="1334"/>
                      <a:pt x="34" y="1334"/>
                    </a:cubicBezTo>
                    <a:cubicBezTo>
                      <a:pt x="52" y="1334"/>
                      <a:pt x="67" y="1349"/>
                      <a:pt x="67" y="1367"/>
                    </a:cubicBezTo>
                    <a:close/>
                    <a:moveTo>
                      <a:pt x="67" y="1501"/>
                    </a:moveTo>
                    <a:lnTo>
                      <a:pt x="67" y="1501"/>
                    </a:lnTo>
                    <a:cubicBezTo>
                      <a:pt x="67" y="1519"/>
                      <a:pt x="52" y="1534"/>
                      <a:pt x="34" y="1534"/>
                    </a:cubicBezTo>
                    <a:cubicBezTo>
                      <a:pt x="16" y="1534"/>
                      <a:pt x="1" y="1519"/>
                      <a:pt x="1" y="1501"/>
                    </a:cubicBezTo>
                    <a:cubicBezTo>
                      <a:pt x="1" y="1482"/>
                      <a:pt x="16" y="1468"/>
                      <a:pt x="34" y="1468"/>
                    </a:cubicBezTo>
                    <a:cubicBezTo>
                      <a:pt x="52" y="1468"/>
                      <a:pt x="67" y="1482"/>
                      <a:pt x="67" y="1501"/>
                    </a:cubicBezTo>
                    <a:close/>
                    <a:moveTo>
                      <a:pt x="67" y="1634"/>
                    </a:moveTo>
                    <a:lnTo>
                      <a:pt x="67" y="1634"/>
                    </a:lnTo>
                    <a:cubicBezTo>
                      <a:pt x="67" y="1653"/>
                      <a:pt x="53" y="1668"/>
                      <a:pt x="34" y="1668"/>
                    </a:cubicBezTo>
                    <a:cubicBezTo>
                      <a:pt x="16" y="1668"/>
                      <a:pt x="1" y="1653"/>
                      <a:pt x="1" y="1634"/>
                    </a:cubicBezTo>
                    <a:cubicBezTo>
                      <a:pt x="1" y="1616"/>
                      <a:pt x="16" y="1601"/>
                      <a:pt x="34" y="1601"/>
                    </a:cubicBezTo>
                    <a:cubicBezTo>
                      <a:pt x="53" y="1601"/>
                      <a:pt x="67" y="1616"/>
                      <a:pt x="67" y="1634"/>
                    </a:cubicBezTo>
                    <a:close/>
                    <a:moveTo>
                      <a:pt x="67" y="1768"/>
                    </a:moveTo>
                    <a:lnTo>
                      <a:pt x="67" y="1768"/>
                    </a:lnTo>
                    <a:cubicBezTo>
                      <a:pt x="67" y="1786"/>
                      <a:pt x="53" y="1801"/>
                      <a:pt x="34" y="1801"/>
                    </a:cubicBezTo>
                    <a:cubicBezTo>
                      <a:pt x="16" y="1801"/>
                      <a:pt x="1" y="1786"/>
                      <a:pt x="1" y="1768"/>
                    </a:cubicBezTo>
                    <a:cubicBezTo>
                      <a:pt x="1" y="1749"/>
                      <a:pt x="16" y="1734"/>
                      <a:pt x="34" y="1734"/>
                    </a:cubicBezTo>
                    <a:cubicBezTo>
                      <a:pt x="53" y="1734"/>
                      <a:pt x="67" y="1749"/>
                      <a:pt x="67" y="1768"/>
                    </a:cubicBezTo>
                    <a:close/>
                    <a:moveTo>
                      <a:pt x="68" y="1901"/>
                    </a:moveTo>
                    <a:lnTo>
                      <a:pt x="68" y="1901"/>
                    </a:lnTo>
                    <a:cubicBezTo>
                      <a:pt x="68" y="1920"/>
                      <a:pt x="53" y="1934"/>
                      <a:pt x="34" y="1934"/>
                    </a:cubicBezTo>
                    <a:cubicBezTo>
                      <a:pt x="16" y="1934"/>
                      <a:pt x="1" y="1920"/>
                      <a:pt x="1" y="1901"/>
                    </a:cubicBezTo>
                    <a:cubicBezTo>
                      <a:pt x="1" y="1883"/>
                      <a:pt x="16" y="1868"/>
                      <a:pt x="34" y="1868"/>
                    </a:cubicBezTo>
                    <a:cubicBezTo>
                      <a:pt x="53" y="1868"/>
                      <a:pt x="68" y="1883"/>
                      <a:pt x="68" y="1901"/>
                    </a:cubicBezTo>
                    <a:close/>
                    <a:moveTo>
                      <a:pt x="68" y="2034"/>
                    </a:moveTo>
                    <a:lnTo>
                      <a:pt x="68" y="2035"/>
                    </a:lnTo>
                    <a:cubicBezTo>
                      <a:pt x="68" y="2053"/>
                      <a:pt x="53" y="2068"/>
                      <a:pt x="34" y="2068"/>
                    </a:cubicBezTo>
                    <a:cubicBezTo>
                      <a:pt x="16" y="2068"/>
                      <a:pt x="1" y="2053"/>
                      <a:pt x="1" y="2035"/>
                    </a:cubicBezTo>
                    <a:lnTo>
                      <a:pt x="1" y="2034"/>
                    </a:lnTo>
                    <a:cubicBezTo>
                      <a:pt x="1" y="2016"/>
                      <a:pt x="16" y="2001"/>
                      <a:pt x="34" y="2001"/>
                    </a:cubicBezTo>
                    <a:cubicBezTo>
                      <a:pt x="53" y="2001"/>
                      <a:pt x="68" y="2016"/>
                      <a:pt x="68" y="2034"/>
                    </a:cubicBezTo>
                    <a:close/>
                    <a:moveTo>
                      <a:pt x="68" y="2168"/>
                    </a:moveTo>
                    <a:lnTo>
                      <a:pt x="68" y="2168"/>
                    </a:lnTo>
                    <a:cubicBezTo>
                      <a:pt x="68" y="2186"/>
                      <a:pt x="53" y="2201"/>
                      <a:pt x="34" y="2201"/>
                    </a:cubicBezTo>
                    <a:cubicBezTo>
                      <a:pt x="16" y="2201"/>
                      <a:pt x="1" y="2186"/>
                      <a:pt x="1" y="2168"/>
                    </a:cubicBezTo>
                    <a:cubicBezTo>
                      <a:pt x="1" y="2149"/>
                      <a:pt x="16" y="2135"/>
                      <a:pt x="34" y="2135"/>
                    </a:cubicBezTo>
                    <a:cubicBezTo>
                      <a:pt x="53" y="2135"/>
                      <a:pt x="68" y="2149"/>
                      <a:pt x="68" y="2168"/>
                    </a:cubicBezTo>
                    <a:close/>
                    <a:moveTo>
                      <a:pt x="68" y="2301"/>
                    </a:moveTo>
                    <a:lnTo>
                      <a:pt x="68" y="2301"/>
                    </a:lnTo>
                    <a:cubicBezTo>
                      <a:pt x="68" y="2320"/>
                      <a:pt x="53" y="2335"/>
                      <a:pt x="34" y="2335"/>
                    </a:cubicBezTo>
                    <a:cubicBezTo>
                      <a:pt x="16" y="2335"/>
                      <a:pt x="1" y="2320"/>
                      <a:pt x="1" y="2301"/>
                    </a:cubicBezTo>
                    <a:cubicBezTo>
                      <a:pt x="1" y="2283"/>
                      <a:pt x="16" y="2268"/>
                      <a:pt x="34" y="2268"/>
                    </a:cubicBezTo>
                    <a:cubicBezTo>
                      <a:pt x="53" y="2268"/>
                      <a:pt x="68" y="2283"/>
                      <a:pt x="68" y="2301"/>
                    </a:cubicBezTo>
                    <a:close/>
                    <a:moveTo>
                      <a:pt x="68" y="2435"/>
                    </a:moveTo>
                    <a:lnTo>
                      <a:pt x="68" y="2435"/>
                    </a:lnTo>
                    <a:cubicBezTo>
                      <a:pt x="68" y="2453"/>
                      <a:pt x="53" y="2468"/>
                      <a:pt x="34" y="2468"/>
                    </a:cubicBezTo>
                    <a:cubicBezTo>
                      <a:pt x="16" y="2468"/>
                      <a:pt x="1" y="2453"/>
                      <a:pt x="1" y="2435"/>
                    </a:cubicBezTo>
                    <a:cubicBezTo>
                      <a:pt x="1" y="2416"/>
                      <a:pt x="16" y="2401"/>
                      <a:pt x="34" y="2401"/>
                    </a:cubicBezTo>
                    <a:cubicBezTo>
                      <a:pt x="53" y="2401"/>
                      <a:pt x="68" y="2416"/>
                      <a:pt x="68" y="2435"/>
                    </a:cubicBezTo>
                    <a:close/>
                    <a:moveTo>
                      <a:pt x="68" y="2568"/>
                    </a:moveTo>
                    <a:lnTo>
                      <a:pt x="68" y="2568"/>
                    </a:lnTo>
                    <a:cubicBezTo>
                      <a:pt x="68" y="2587"/>
                      <a:pt x="53" y="2601"/>
                      <a:pt x="34" y="2601"/>
                    </a:cubicBezTo>
                    <a:cubicBezTo>
                      <a:pt x="16" y="2601"/>
                      <a:pt x="1" y="2587"/>
                      <a:pt x="1" y="2568"/>
                    </a:cubicBezTo>
                    <a:cubicBezTo>
                      <a:pt x="1" y="2550"/>
                      <a:pt x="16" y="2535"/>
                      <a:pt x="34" y="2535"/>
                    </a:cubicBezTo>
                    <a:cubicBezTo>
                      <a:pt x="53" y="2535"/>
                      <a:pt x="68" y="2550"/>
                      <a:pt x="68" y="2568"/>
                    </a:cubicBezTo>
                    <a:close/>
                    <a:moveTo>
                      <a:pt x="68" y="2701"/>
                    </a:moveTo>
                    <a:lnTo>
                      <a:pt x="68" y="2702"/>
                    </a:lnTo>
                    <a:cubicBezTo>
                      <a:pt x="68" y="2720"/>
                      <a:pt x="53" y="2735"/>
                      <a:pt x="35" y="2735"/>
                    </a:cubicBezTo>
                    <a:cubicBezTo>
                      <a:pt x="16" y="2735"/>
                      <a:pt x="1" y="2720"/>
                      <a:pt x="1" y="2702"/>
                    </a:cubicBezTo>
                    <a:lnTo>
                      <a:pt x="1" y="2701"/>
                    </a:lnTo>
                    <a:cubicBezTo>
                      <a:pt x="1" y="2683"/>
                      <a:pt x="16" y="2668"/>
                      <a:pt x="35" y="2668"/>
                    </a:cubicBezTo>
                    <a:cubicBezTo>
                      <a:pt x="53" y="2668"/>
                      <a:pt x="68" y="2683"/>
                      <a:pt x="68" y="2701"/>
                    </a:cubicBezTo>
                    <a:close/>
                    <a:moveTo>
                      <a:pt x="68" y="2835"/>
                    </a:moveTo>
                    <a:lnTo>
                      <a:pt x="68" y="2835"/>
                    </a:lnTo>
                    <a:cubicBezTo>
                      <a:pt x="68" y="2853"/>
                      <a:pt x="53" y="2868"/>
                      <a:pt x="35" y="2868"/>
                    </a:cubicBezTo>
                    <a:cubicBezTo>
                      <a:pt x="16" y="2868"/>
                      <a:pt x="1" y="2853"/>
                      <a:pt x="1" y="2835"/>
                    </a:cubicBezTo>
                    <a:cubicBezTo>
                      <a:pt x="1" y="2816"/>
                      <a:pt x="16" y="2802"/>
                      <a:pt x="35" y="2802"/>
                    </a:cubicBezTo>
                    <a:cubicBezTo>
                      <a:pt x="53" y="2802"/>
                      <a:pt x="68" y="2816"/>
                      <a:pt x="68" y="2835"/>
                    </a:cubicBezTo>
                    <a:close/>
                    <a:moveTo>
                      <a:pt x="68" y="2968"/>
                    </a:moveTo>
                    <a:lnTo>
                      <a:pt x="68" y="2968"/>
                    </a:lnTo>
                    <a:cubicBezTo>
                      <a:pt x="68" y="2987"/>
                      <a:pt x="53" y="3002"/>
                      <a:pt x="35" y="3002"/>
                    </a:cubicBezTo>
                    <a:cubicBezTo>
                      <a:pt x="16" y="3002"/>
                      <a:pt x="1" y="2987"/>
                      <a:pt x="1" y="2968"/>
                    </a:cubicBezTo>
                    <a:cubicBezTo>
                      <a:pt x="1" y="2950"/>
                      <a:pt x="16" y="2935"/>
                      <a:pt x="35" y="2935"/>
                    </a:cubicBezTo>
                    <a:cubicBezTo>
                      <a:pt x="53" y="2935"/>
                      <a:pt x="68" y="2950"/>
                      <a:pt x="68" y="2968"/>
                    </a:cubicBezTo>
                    <a:close/>
                    <a:moveTo>
                      <a:pt x="68" y="3102"/>
                    </a:moveTo>
                    <a:lnTo>
                      <a:pt x="68" y="3102"/>
                    </a:lnTo>
                    <a:cubicBezTo>
                      <a:pt x="68" y="3120"/>
                      <a:pt x="53" y="3135"/>
                      <a:pt x="35" y="3135"/>
                    </a:cubicBezTo>
                    <a:cubicBezTo>
                      <a:pt x="16" y="3135"/>
                      <a:pt x="1" y="3120"/>
                      <a:pt x="1" y="3102"/>
                    </a:cubicBezTo>
                    <a:cubicBezTo>
                      <a:pt x="1" y="3083"/>
                      <a:pt x="16" y="3068"/>
                      <a:pt x="35" y="3068"/>
                    </a:cubicBezTo>
                    <a:cubicBezTo>
                      <a:pt x="53" y="3068"/>
                      <a:pt x="68" y="3083"/>
                      <a:pt x="68" y="3102"/>
                    </a:cubicBezTo>
                    <a:close/>
                    <a:moveTo>
                      <a:pt x="68" y="3235"/>
                    </a:moveTo>
                    <a:lnTo>
                      <a:pt x="68" y="3235"/>
                    </a:lnTo>
                    <a:cubicBezTo>
                      <a:pt x="68" y="3254"/>
                      <a:pt x="53" y="3268"/>
                      <a:pt x="35" y="3268"/>
                    </a:cubicBezTo>
                    <a:cubicBezTo>
                      <a:pt x="16" y="3268"/>
                      <a:pt x="1" y="3254"/>
                      <a:pt x="1" y="3235"/>
                    </a:cubicBezTo>
                    <a:cubicBezTo>
                      <a:pt x="1" y="3217"/>
                      <a:pt x="16" y="3202"/>
                      <a:pt x="35" y="3202"/>
                    </a:cubicBezTo>
                    <a:cubicBezTo>
                      <a:pt x="53" y="3202"/>
                      <a:pt x="68" y="3217"/>
                      <a:pt x="68" y="3235"/>
                    </a:cubicBezTo>
                    <a:close/>
                    <a:moveTo>
                      <a:pt x="68" y="3368"/>
                    </a:moveTo>
                    <a:lnTo>
                      <a:pt x="68" y="3369"/>
                    </a:lnTo>
                    <a:cubicBezTo>
                      <a:pt x="68" y="3387"/>
                      <a:pt x="53" y="3402"/>
                      <a:pt x="35" y="3402"/>
                    </a:cubicBezTo>
                    <a:cubicBezTo>
                      <a:pt x="16" y="3402"/>
                      <a:pt x="1" y="3387"/>
                      <a:pt x="1" y="3369"/>
                    </a:cubicBezTo>
                    <a:lnTo>
                      <a:pt x="1" y="3368"/>
                    </a:lnTo>
                    <a:cubicBezTo>
                      <a:pt x="1" y="3350"/>
                      <a:pt x="16" y="3335"/>
                      <a:pt x="35" y="3335"/>
                    </a:cubicBezTo>
                    <a:cubicBezTo>
                      <a:pt x="53" y="3335"/>
                      <a:pt x="68" y="3350"/>
                      <a:pt x="68" y="3368"/>
                    </a:cubicBezTo>
                    <a:close/>
                    <a:moveTo>
                      <a:pt x="68" y="3502"/>
                    </a:moveTo>
                    <a:lnTo>
                      <a:pt x="68" y="3502"/>
                    </a:lnTo>
                    <a:cubicBezTo>
                      <a:pt x="68" y="3520"/>
                      <a:pt x="53" y="3535"/>
                      <a:pt x="35" y="3535"/>
                    </a:cubicBezTo>
                    <a:cubicBezTo>
                      <a:pt x="16" y="3535"/>
                      <a:pt x="2" y="3520"/>
                      <a:pt x="2" y="3502"/>
                    </a:cubicBezTo>
                    <a:cubicBezTo>
                      <a:pt x="2" y="3483"/>
                      <a:pt x="16" y="3469"/>
                      <a:pt x="35" y="3469"/>
                    </a:cubicBezTo>
                    <a:cubicBezTo>
                      <a:pt x="53" y="3469"/>
                      <a:pt x="68" y="3483"/>
                      <a:pt x="68" y="3502"/>
                    </a:cubicBezTo>
                    <a:close/>
                    <a:moveTo>
                      <a:pt x="68" y="3635"/>
                    </a:moveTo>
                    <a:lnTo>
                      <a:pt x="68" y="3635"/>
                    </a:lnTo>
                    <a:cubicBezTo>
                      <a:pt x="68" y="3654"/>
                      <a:pt x="53" y="3669"/>
                      <a:pt x="35" y="3669"/>
                    </a:cubicBezTo>
                    <a:cubicBezTo>
                      <a:pt x="16" y="3669"/>
                      <a:pt x="2" y="3654"/>
                      <a:pt x="2" y="3635"/>
                    </a:cubicBezTo>
                    <a:cubicBezTo>
                      <a:pt x="2" y="3617"/>
                      <a:pt x="16" y="3602"/>
                      <a:pt x="35" y="3602"/>
                    </a:cubicBezTo>
                    <a:cubicBezTo>
                      <a:pt x="53" y="3602"/>
                      <a:pt x="68" y="3617"/>
                      <a:pt x="68" y="3635"/>
                    </a:cubicBezTo>
                    <a:close/>
                    <a:moveTo>
                      <a:pt x="68" y="3769"/>
                    </a:moveTo>
                    <a:lnTo>
                      <a:pt x="68" y="3769"/>
                    </a:lnTo>
                    <a:cubicBezTo>
                      <a:pt x="68" y="3787"/>
                      <a:pt x="53" y="3802"/>
                      <a:pt x="35" y="3802"/>
                    </a:cubicBezTo>
                    <a:cubicBezTo>
                      <a:pt x="17" y="3802"/>
                      <a:pt x="2" y="3787"/>
                      <a:pt x="2" y="3769"/>
                    </a:cubicBezTo>
                    <a:cubicBezTo>
                      <a:pt x="2" y="3750"/>
                      <a:pt x="17" y="3735"/>
                      <a:pt x="35" y="3735"/>
                    </a:cubicBezTo>
                    <a:cubicBezTo>
                      <a:pt x="53" y="3735"/>
                      <a:pt x="68" y="3750"/>
                      <a:pt x="68" y="3769"/>
                    </a:cubicBezTo>
                    <a:close/>
                    <a:moveTo>
                      <a:pt x="68" y="3902"/>
                    </a:moveTo>
                    <a:lnTo>
                      <a:pt x="68" y="3902"/>
                    </a:lnTo>
                    <a:cubicBezTo>
                      <a:pt x="68" y="3921"/>
                      <a:pt x="53" y="3935"/>
                      <a:pt x="35" y="3935"/>
                    </a:cubicBezTo>
                    <a:cubicBezTo>
                      <a:pt x="17" y="3935"/>
                      <a:pt x="2" y="3921"/>
                      <a:pt x="2" y="3902"/>
                    </a:cubicBezTo>
                    <a:cubicBezTo>
                      <a:pt x="2" y="3884"/>
                      <a:pt x="17" y="3869"/>
                      <a:pt x="35" y="3869"/>
                    </a:cubicBezTo>
                    <a:cubicBezTo>
                      <a:pt x="53" y="3869"/>
                      <a:pt x="68" y="3884"/>
                      <a:pt x="68" y="3902"/>
                    </a:cubicBezTo>
                    <a:close/>
                    <a:moveTo>
                      <a:pt x="68" y="4035"/>
                    </a:moveTo>
                    <a:lnTo>
                      <a:pt x="68" y="4036"/>
                    </a:lnTo>
                    <a:cubicBezTo>
                      <a:pt x="68" y="4054"/>
                      <a:pt x="53" y="4069"/>
                      <a:pt x="35" y="4069"/>
                    </a:cubicBezTo>
                    <a:cubicBezTo>
                      <a:pt x="17" y="4069"/>
                      <a:pt x="2" y="4054"/>
                      <a:pt x="2" y="4036"/>
                    </a:cubicBezTo>
                    <a:lnTo>
                      <a:pt x="2" y="4035"/>
                    </a:lnTo>
                    <a:cubicBezTo>
                      <a:pt x="2" y="4017"/>
                      <a:pt x="17" y="4002"/>
                      <a:pt x="35" y="4002"/>
                    </a:cubicBezTo>
                    <a:cubicBezTo>
                      <a:pt x="53" y="4002"/>
                      <a:pt x="68" y="4017"/>
                      <a:pt x="68" y="4035"/>
                    </a:cubicBezTo>
                    <a:close/>
                    <a:moveTo>
                      <a:pt x="68" y="4169"/>
                    </a:moveTo>
                    <a:lnTo>
                      <a:pt x="68" y="4169"/>
                    </a:lnTo>
                    <a:cubicBezTo>
                      <a:pt x="68" y="4187"/>
                      <a:pt x="54" y="4202"/>
                      <a:pt x="35" y="4202"/>
                    </a:cubicBezTo>
                    <a:cubicBezTo>
                      <a:pt x="17" y="4202"/>
                      <a:pt x="2" y="4187"/>
                      <a:pt x="2" y="4169"/>
                    </a:cubicBezTo>
                    <a:cubicBezTo>
                      <a:pt x="2" y="4150"/>
                      <a:pt x="17" y="4136"/>
                      <a:pt x="35" y="4136"/>
                    </a:cubicBezTo>
                    <a:cubicBezTo>
                      <a:pt x="54" y="4136"/>
                      <a:pt x="68" y="4150"/>
                      <a:pt x="68" y="4169"/>
                    </a:cubicBezTo>
                    <a:close/>
                    <a:moveTo>
                      <a:pt x="68" y="4302"/>
                    </a:moveTo>
                    <a:lnTo>
                      <a:pt x="68" y="4302"/>
                    </a:lnTo>
                    <a:cubicBezTo>
                      <a:pt x="68" y="4321"/>
                      <a:pt x="54" y="4336"/>
                      <a:pt x="35" y="4336"/>
                    </a:cubicBezTo>
                    <a:cubicBezTo>
                      <a:pt x="17" y="4336"/>
                      <a:pt x="2" y="4321"/>
                      <a:pt x="2" y="4302"/>
                    </a:cubicBezTo>
                    <a:cubicBezTo>
                      <a:pt x="2" y="4284"/>
                      <a:pt x="17" y="4269"/>
                      <a:pt x="35" y="4269"/>
                    </a:cubicBezTo>
                    <a:cubicBezTo>
                      <a:pt x="54" y="4269"/>
                      <a:pt x="68" y="4284"/>
                      <a:pt x="68" y="4302"/>
                    </a:cubicBezTo>
                    <a:close/>
                    <a:moveTo>
                      <a:pt x="69" y="4436"/>
                    </a:moveTo>
                    <a:lnTo>
                      <a:pt x="69" y="4436"/>
                    </a:lnTo>
                    <a:cubicBezTo>
                      <a:pt x="69" y="4454"/>
                      <a:pt x="54" y="4469"/>
                      <a:pt x="35" y="4469"/>
                    </a:cubicBezTo>
                    <a:cubicBezTo>
                      <a:pt x="17" y="4469"/>
                      <a:pt x="2" y="4454"/>
                      <a:pt x="2" y="4436"/>
                    </a:cubicBezTo>
                    <a:cubicBezTo>
                      <a:pt x="2" y="4417"/>
                      <a:pt x="17" y="4402"/>
                      <a:pt x="35" y="4402"/>
                    </a:cubicBezTo>
                    <a:cubicBezTo>
                      <a:pt x="54" y="4402"/>
                      <a:pt x="69" y="4417"/>
                      <a:pt x="69" y="4436"/>
                    </a:cubicBezTo>
                    <a:close/>
                    <a:moveTo>
                      <a:pt x="69" y="4569"/>
                    </a:moveTo>
                    <a:lnTo>
                      <a:pt x="69" y="4569"/>
                    </a:lnTo>
                    <a:cubicBezTo>
                      <a:pt x="69" y="4588"/>
                      <a:pt x="54" y="4602"/>
                      <a:pt x="35" y="4602"/>
                    </a:cubicBezTo>
                    <a:cubicBezTo>
                      <a:pt x="17" y="4602"/>
                      <a:pt x="2" y="4588"/>
                      <a:pt x="2" y="4569"/>
                    </a:cubicBezTo>
                    <a:cubicBezTo>
                      <a:pt x="2" y="4551"/>
                      <a:pt x="17" y="4536"/>
                      <a:pt x="35" y="4536"/>
                    </a:cubicBezTo>
                    <a:cubicBezTo>
                      <a:pt x="54" y="4536"/>
                      <a:pt x="69" y="4551"/>
                      <a:pt x="69" y="4569"/>
                    </a:cubicBezTo>
                    <a:close/>
                    <a:moveTo>
                      <a:pt x="69" y="4702"/>
                    </a:moveTo>
                    <a:lnTo>
                      <a:pt x="69" y="4703"/>
                    </a:lnTo>
                    <a:cubicBezTo>
                      <a:pt x="69" y="4721"/>
                      <a:pt x="54" y="4736"/>
                      <a:pt x="35" y="4736"/>
                    </a:cubicBezTo>
                    <a:cubicBezTo>
                      <a:pt x="17" y="4736"/>
                      <a:pt x="2" y="4721"/>
                      <a:pt x="2" y="4703"/>
                    </a:cubicBezTo>
                    <a:lnTo>
                      <a:pt x="2" y="4702"/>
                    </a:lnTo>
                    <a:cubicBezTo>
                      <a:pt x="2" y="4684"/>
                      <a:pt x="17" y="4669"/>
                      <a:pt x="35" y="4669"/>
                    </a:cubicBezTo>
                    <a:cubicBezTo>
                      <a:pt x="54" y="4669"/>
                      <a:pt x="69" y="4684"/>
                      <a:pt x="69" y="4702"/>
                    </a:cubicBezTo>
                    <a:close/>
                    <a:moveTo>
                      <a:pt x="69" y="4836"/>
                    </a:moveTo>
                    <a:lnTo>
                      <a:pt x="69" y="4836"/>
                    </a:lnTo>
                    <a:cubicBezTo>
                      <a:pt x="69" y="4854"/>
                      <a:pt x="54" y="4869"/>
                      <a:pt x="35" y="4869"/>
                    </a:cubicBezTo>
                    <a:cubicBezTo>
                      <a:pt x="17" y="4869"/>
                      <a:pt x="2" y="4854"/>
                      <a:pt x="2" y="4836"/>
                    </a:cubicBezTo>
                    <a:cubicBezTo>
                      <a:pt x="2" y="4817"/>
                      <a:pt x="17" y="4803"/>
                      <a:pt x="35" y="4803"/>
                    </a:cubicBezTo>
                    <a:cubicBezTo>
                      <a:pt x="54" y="4803"/>
                      <a:pt x="69" y="4817"/>
                      <a:pt x="69" y="4836"/>
                    </a:cubicBezTo>
                    <a:close/>
                    <a:moveTo>
                      <a:pt x="69" y="4969"/>
                    </a:moveTo>
                    <a:lnTo>
                      <a:pt x="69" y="4969"/>
                    </a:lnTo>
                    <a:cubicBezTo>
                      <a:pt x="69" y="4988"/>
                      <a:pt x="54" y="5003"/>
                      <a:pt x="35" y="5003"/>
                    </a:cubicBezTo>
                    <a:cubicBezTo>
                      <a:pt x="17" y="5003"/>
                      <a:pt x="2" y="4988"/>
                      <a:pt x="2" y="4969"/>
                    </a:cubicBezTo>
                    <a:cubicBezTo>
                      <a:pt x="2" y="4951"/>
                      <a:pt x="17" y="4936"/>
                      <a:pt x="35" y="4936"/>
                    </a:cubicBezTo>
                    <a:cubicBezTo>
                      <a:pt x="54" y="4936"/>
                      <a:pt x="69" y="4951"/>
                      <a:pt x="69" y="4969"/>
                    </a:cubicBezTo>
                    <a:close/>
                    <a:moveTo>
                      <a:pt x="69" y="5103"/>
                    </a:moveTo>
                    <a:lnTo>
                      <a:pt x="69" y="5103"/>
                    </a:lnTo>
                    <a:cubicBezTo>
                      <a:pt x="69" y="5121"/>
                      <a:pt x="54" y="5136"/>
                      <a:pt x="35" y="5136"/>
                    </a:cubicBezTo>
                    <a:cubicBezTo>
                      <a:pt x="17" y="5136"/>
                      <a:pt x="2" y="5121"/>
                      <a:pt x="2" y="5103"/>
                    </a:cubicBezTo>
                    <a:cubicBezTo>
                      <a:pt x="2" y="5084"/>
                      <a:pt x="17" y="5069"/>
                      <a:pt x="35" y="5069"/>
                    </a:cubicBezTo>
                    <a:cubicBezTo>
                      <a:pt x="54" y="5069"/>
                      <a:pt x="69" y="5084"/>
                      <a:pt x="69" y="5103"/>
                    </a:cubicBezTo>
                    <a:close/>
                    <a:moveTo>
                      <a:pt x="69" y="5236"/>
                    </a:moveTo>
                    <a:lnTo>
                      <a:pt x="69" y="5236"/>
                    </a:lnTo>
                    <a:cubicBezTo>
                      <a:pt x="69" y="5255"/>
                      <a:pt x="54" y="5269"/>
                      <a:pt x="36" y="5269"/>
                    </a:cubicBezTo>
                    <a:cubicBezTo>
                      <a:pt x="17" y="5269"/>
                      <a:pt x="2" y="5255"/>
                      <a:pt x="2" y="5236"/>
                    </a:cubicBezTo>
                    <a:cubicBezTo>
                      <a:pt x="2" y="5218"/>
                      <a:pt x="17" y="5203"/>
                      <a:pt x="36" y="5203"/>
                    </a:cubicBezTo>
                    <a:cubicBezTo>
                      <a:pt x="54" y="5203"/>
                      <a:pt x="69" y="5218"/>
                      <a:pt x="69" y="5236"/>
                    </a:cubicBezTo>
                    <a:close/>
                    <a:moveTo>
                      <a:pt x="69" y="5369"/>
                    </a:moveTo>
                    <a:lnTo>
                      <a:pt x="69" y="5370"/>
                    </a:lnTo>
                    <a:cubicBezTo>
                      <a:pt x="69" y="5388"/>
                      <a:pt x="54" y="5403"/>
                      <a:pt x="36" y="5403"/>
                    </a:cubicBezTo>
                    <a:cubicBezTo>
                      <a:pt x="17" y="5403"/>
                      <a:pt x="2" y="5388"/>
                      <a:pt x="2" y="5370"/>
                    </a:cubicBezTo>
                    <a:lnTo>
                      <a:pt x="2" y="5369"/>
                    </a:lnTo>
                    <a:cubicBezTo>
                      <a:pt x="2" y="5351"/>
                      <a:pt x="17" y="5336"/>
                      <a:pt x="36" y="5336"/>
                    </a:cubicBezTo>
                    <a:cubicBezTo>
                      <a:pt x="54" y="5336"/>
                      <a:pt x="69" y="5351"/>
                      <a:pt x="69" y="5369"/>
                    </a:cubicBezTo>
                    <a:close/>
                    <a:moveTo>
                      <a:pt x="69" y="5503"/>
                    </a:moveTo>
                    <a:lnTo>
                      <a:pt x="69" y="5503"/>
                    </a:lnTo>
                    <a:cubicBezTo>
                      <a:pt x="69" y="5521"/>
                      <a:pt x="54" y="5536"/>
                      <a:pt x="36" y="5536"/>
                    </a:cubicBezTo>
                    <a:cubicBezTo>
                      <a:pt x="17" y="5536"/>
                      <a:pt x="2" y="5521"/>
                      <a:pt x="2" y="5503"/>
                    </a:cubicBezTo>
                    <a:cubicBezTo>
                      <a:pt x="2" y="5484"/>
                      <a:pt x="17" y="5470"/>
                      <a:pt x="36" y="5470"/>
                    </a:cubicBezTo>
                    <a:cubicBezTo>
                      <a:pt x="54" y="5470"/>
                      <a:pt x="69" y="5484"/>
                      <a:pt x="69" y="5503"/>
                    </a:cubicBezTo>
                    <a:close/>
                    <a:moveTo>
                      <a:pt x="69" y="5636"/>
                    </a:moveTo>
                    <a:lnTo>
                      <a:pt x="69" y="5636"/>
                    </a:lnTo>
                    <a:cubicBezTo>
                      <a:pt x="69" y="5655"/>
                      <a:pt x="54" y="5670"/>
                      <a:pt x="36" y="5670"/>
                    </a:cubicBezTo>
                    <a:cubicBezTo>
                      <a:pt x="17" y="5670"/>
                      <a:pt x="2" y="5655"/>
                      <a:pt x="2" y="5636"/>
                    </a:cubicBezTo>
                    <a:cubicBezTo>
                      <a:pt x="2" y="5618"/>
                      <a:pt x="17" y="5603"/>
                      <a:pt x="36" y="5603"/>
                    </a:cubicBezTo>
                    <a:cubicBezTo>
                      <a:pt x="54" y="5603"/>
                      <a:pt x="69" y="5618"/>
                      <a:pt x="69" y="5636"/>
                    </a:cubicBezTo>
                    <a:close/>
                    <a:moveTo>
                      <a:pt x="69" y="5770"/>
                    </a:moveTo>
                    <a:lnTo>
                      <a:pt x="69" y="5770"/>
                    </a:lnTo>
                    <a:cubicBezTo>
                      <a:pt x="69" y="5788"/>
                      <a:pt x="54" y="5803"/>
                      <a:pt x="36" y="5803"/>
                    </a:cubicBezTo>
                    <a:cubicBezTo>
                      <a:pt x="17" y="5803"/>
                      <a:pt x="2" y="5788"/>
                      <a:pt x="2" y="5770"/>
                    </a:cubicBezTo>
                    <a:cubicBezTo>
                      <a:pt x="2" y="5751"/>
                      <a:pt x="17" y="5736"/>
                      <a:pt x="36" y="5736"/>
                    </a:cubicBezTo>
                    <a:cubicBezTo>
                      <a:pt x="54" y="5736"/>
                      <a:pt x="69" y="5751"/>
                      <a:pt x="69" y="5770"/>
                    </a:cubicBezTo>
                    <a:close/>
                    <a:moveTo>
                      <a:pt x="69" y="5903"/>
                    </a:moveTo>
                    <a:lnTo>
                      <a:pt x="69" y="5903"/>
                    </a:lnTo>
                    <a:cubicBezTo>
                      <a:pt x="69" y="5922"/>
                      <a:pt x="54" y="5936"/>
                      <a:pt x="36" y="5936"/>
                    </a:cubicBezTo>
                    <a:cubicBezTo>
                      <a:pt x="17" y="5936"/>
                      <a:pt x="2" y="5922"/>
                      <a:pt x="2" y="5903"/>
                    </a:cubicBezTo>
                    <a:cubicBezTo>
                      <a:pt x="2" y="5885"/>
                      <a:pt x="17" y="5870"/>
                      <a:pt x="36" y="5870"/>
                    </a:cubicBezTo>
                    <a:cubicBezTo>
                      <a:pt x="54" y="5870"/>
                      <a:pt x="69" y="5885"/>
                      <a:pt x="69" y="5903"/>
                    </a:cubicBezTo>
                    <a:close/>
                    <a:moveTo>
                      <a:pt x="69" y="6036"/>
                    </a:moveTo>
                    <a:lnTo>
                      <a:pt x="69" y="6037"/>
                    </a:lnTo>
                    <a:cubicBezTo>
                      <a:pt x="69" y="6055"/>
                      <a:pt x="54" y="6070"/>
                      <a:pt x="36" y="6070"/>
                    </a:cubicBezTo>
                    <a:cubicBezTo>
                      <a:pt x="17" y="6070"/>
                      <a:pt x="3" y="6055"/>
                      <a:pt x="3" y="6037"/>
                    </a:cubicBezTo>
                    <a:lnTo>
                      <a:pt x="3" y="6036"/>
                    </a:lnTo>
                    <a:cubicBezTo>
                      <a:pt x="3" y="6018"/>
                      <a:pt x="17" y="6003"/>
                      <a:pt x="36" y="6003"/>
                    </a:cubicBezTo>
                    <a:cubicBezTo>
                      <a:pt x="54" y="6003"/>
                      <a:pt x="69" y="6018"/>
                      <a:pt x="69" y="6036"/>
                    </a:cubicBezTo>
                    <a:close/>
                    <a:moveTo>
                      <a:pt x="69" y="6170"/>
                    </a:moveTo>
                    <a:lnTo>
                      <a:pt x="69" y="6170"/>
                    </a:lnTo>
                    <a:cubicBezTo>
                      <a:pt x="69" y="6188"/>
                      <a:pt x="54" y="6203"/>
                      <a:pt x="36" y="6203"/>
                    </a:cubicBezTo>
                    <a:cubicBezTo>
                      <a:pt x="17" y="6203"/>
                      <a:pt x="3" y="6188"/>
                      <a:pt x="3" y="6170"/>
                    </a:cubicBezTo>
                    <a:cubicBezTo>
                      <a:pt x="3" y="6151"/>
                      <a:pt x="17" y="6137"/>
                      <a:pt x="36" y="6137"/>
                    </a:cubicBezTo>
                    <a:cubicBezTo>
                      <a:pt x="54" y="6137"/>
                      <a:pt x="69" y="6151"/>
                      <a:pt x="69" y="6170"/>
                    </a:cubicBezTo>
                    <a:close/>
                    <a:moveTo>
                      <a:pt x="69" y="6303"/>
                    </a:moveTo>
                    <a:lnTo>
                      <a:pt x="69" y="6303"/>
                    </a:lnTo>
                    <a:cubicBezTo>
                      <a:pt x="69" y="6322"/>
                      <a:pt x="54" y="6337"/>
                      <a:pt x="36" y="6337"/>
                    </a:cubicBezTo>
                    <a:cubicBezTo>
                      <a:pt x="18" y="6337"/>
                      <a:pt x="3" y="6322"/>
                      <a:pt x="3" y="6303"/>
                    </a:cubicBezTo>
                    <a:cubicBezTo>
                      <a:pt x="3" y="6285"/>
                      <a:pt x="18" y="6270"/>
                      <a:pt x="36" y="6270"/>
                    </a:cubicBezTo>
                    <a:cubicBezTo>
                      <a:pt x="54" y="6270"/>
                      <a:pt x="69" y="6285"/>
                      <a:pt x="69" y="6303"/>
                    </a:cubicBezTo>
                    <a:close/>
                    <a:moveTo>
                      <a:pt x="69" y="6437"/>
                    </a:moveTo>
                    <a:lnTo>
                      <a:pt x="69" y="6437"/>
                    </a:lnTo>
                    <a:cubicBezTo>
                      <a:pt x="69" y="6455"/>
                      <a:pt x="54" y="6470"/>
                      <a:pt x="36" y="6470"/>
                    </a:cubicBezTo>
                    <a:cubicBezTo>
                      <a:pt x="18" y="6470"/>
                      <a:pt x="3" y="6455"/>
                      <a:pt x="3" y="6437"/>
                    </a:cubicBezTo>
                    <a:cubicBezTo>
                      <a:pt x="3" y="6418"/>
                      <a:pt x="18" y="6403"/>
                      <a:pt x="36" y="6403"/>
                    </a:cubicBezTo>
                    <a:cubicBezTo>
                      <a:pt x="54" y="6403"/>
                      <a:pt x="69" y="6418"/>
                      <a:pt x="69" y="6437"/>
                    </a:cubicBezTo>
                    <a:close/>
                    <a:moveTo>
                      <a:pt x="69" y="6570"/>
                    </a:moveTo>
                    <a:lnTo>
                      <a:pt x="69" y="6570"/>
                    </a:lnTo>
                    <a:cubicBezTo>
                      <a:pt x="69" y="6589"/>
                      <a:pt x="54" y="6603"/>
                      <a:pt x="36" y="6603"/>
                    </a:cubicBezTo>
                    <a:cubicBezTo>
                      <a:pt x="18" y="6603"/>
                      <a:pt x="3" y="6589"/>
                      <a:pt x="3" y="6570"/>
                    </a:cubicBezTo>
                    <a:cubicBezTo>
                      <a:pt x="3" y="6552"/>
                      <a:pt x="18" y="6537"/>
                      <a:pt x="36" y="6537"/>
                    </a:cubicBezTo>
                    <a:cubicBezTo>
                      <a:pt x="54" y="6537"/>
                      <a:pt x="69" y="6552"/>
                      <a:pt x="69" y="6570"/>
                    </a:cubicBezTo>
                    <a:close/>
                    <a:moveTo>
                      <a:pt x="69" y="6703"/>
                    </a:moveTo>
                    <a:lnTo>
                      <a:pt x="69" y="6704"/>
                    </a:lnTo>
                    <a:cubicBezTo>
                      <a:pt x="69" y="6722"/>
                      <a:pt x="55" y="6737"/>
                      <a:pt x="36" y="6737"/>
                    </a:cubicBezTo>
                    <a:cubicBezTo>
                      <a:pt x="18" y="6737"/>
                      <a:pt x="3" y="6722"/>
                      <a:pt x="3" y="6704"/>
                    </a:cubicBezTo>
                    <a:lnTo>
                      <a:pt x="3" y="6703"/>
                    </a:lnTo>
                    <a:cubicBezTo>
                      <a:pt x="3" y="6685"/>
                      <a:pt x="18" y="6670"/>
                      <a:pt x="36" y="6670"/>
                    </a:cubicBezTo>
                    <a:cubicBezTo>
                      <a:pt x="55" y="6670"/>
                      <a:pt x="69" y="6685"/>
                      <a:pt x="69" y="6703"/>
                    </a:cubicBezTo>
                    <a:close/>
                    <a:moveTo>
                      <a:pt x="69" y="6837"/>
                    </a:moveTo>
                    <a:lnTo>
                      <a:pt x="69" y="6837"/>
                    </a:lnTo>
                    <a:cubicBezTo>
                      <a:pt x="69" y="6855"/>
                      <a:pt x="55" y="6870"/>
                      <a:pt x="36" y="6870"/>
                    </a:cubicBezTo>
                    <a:cubicBezTo>
                      <a:pt x="18" y="6870"/>
                      <a:pt x="3" y="6855"/>
                      <a:pt x="3" y="6837"/>
                    </a:cubicBezTo>
                    <a:cubicBezTo>
                      <a:pt x="3" y="6818"/>
                      <a:pt x="18" y="6804"/>
                      <a:pt x="36" y="6804"/>
                    </a:cubicBezTo>
                    <a:cubicBezTo>
                      <a:pt x="55" y="6804"/>
                      <a:pt x="69" y="6818"/>
                      <a:pt x="69" y="6837"/>
                    </a:cubicBezTo>
                    <a:close/>
                    <a:moveTo>
                      <a:pt x="70" y="6970"/>
                    </a:moveTo>
                    <a:lnTo>
                      <a:pt x="70" y="6970"/>
                    </a:lnTo>
                    <a:cubicBezTo>
                      <a:pt x="70" y="6989"/>
                      <a:pt x="55" y="7004"/>
                      <a:pt x="36" y="7004"/>
                    </a:cubicBezTo>
                    <a:cubicBezTo>
                      <a:pt x="18" y="7004"/>
                      <a:pt x="3" y="6989"/>
                      <a:pt x="3" y="6970"/>
                    </a:cubicBezTo>
                    <a:cubicBezTo>
                      <a:pt x="3" y="6952"/>
                      <a:pt x="18" y="6937"/>
                      <a:pt x="36" y="6937"/>
                    </a:cubicBezTo>
                    <a:cubicBezTo>
                      <a:pt x="55" y="6937"/>
                      <a:pt x="70" y="6952"/>
                      <a:pt x="70" y="6970"/>
                    </a:cubicBezTo>
                    <a:close/>
                    <a:moveTo>
                      <a:pt x="70" y="7104"/>
                    </a:moveTo>
                    <a:lnTo>
                      <a:pt x="70" y="7104"/>
                    </a:lnTo>
                    <a:cubicBezTo>
                      <a:pt x="70" y="7122"/>
                      <a:pt x="55" y="7137"/>
                      <a:pt x="36" y="7137"/>
                    </a:cubicBezTo>
                    <a:cubicBezTo>
                      <a:pt x="18" y="7137"/>
                      <a:pt x="3" y="7122"/>
                      <a:pt x="3" y="7104"/>
                    </a:cubicBezTo>
                    <a:cubicBezTo>
                      <a:pt x="3" y="7085"/>
                      <a:pt x="18" y="7070"/>
                      <a:pt x="36" y="7070"/>
                    </a:cubicBezTo>
                    <a:cubicBezTo>
                      <a:pt x="55" y="7070"/>
                      <a:pt x="70" y="7085"/>
                      <a:pt x="70" y="7104"/>
                    </a:cubicBezTo>
                    <a:close/>
                    <a:moveTo>
                      <a:pt x="70" y="7237"/>
                    </a:moveTo>
                    <a:lnTo>
                      <a:pt x="70" y="7237"/>
                    </a:lnTo>
                    <a:cubicBezTo>
                      <a:pt x="70" y="7256"/>
                      <a:pt x="55" y="7270"/>
                      <a:pt x="36" y="7270"/>
                    </a:cubicBezTo>
                    <a:cubicBezTo>
                      <a:pt x="18" y="7270"/>
                      <a:pt x="3" y="7256"/>
                      <a:pt x="3" y="7237"/>
                    </a:cubicBezTo>
                    <a:cubicBezTo>
                      <a:pt x="3" y="7219"/>
                      <a:pt x="18" y="7204"/>
                      <a:pt x="36" y="7204"/>
                    </a:cubicBezTo>
                    <a:cubicBezTo>
                      <a:pt x="55" y="7204"/>
                      <a:pt x="70" y="7219"/>
                      <a:pt x="70" y="7237"/>
                    </a:cubicBezTo>
                    <a:close/>
                    <a:moveTo>
                      <a:pt x="70" y="7370"/>
                    </a:moveTo>
                    <a:lnTo>
                      <a:pt x="70" y="7371"/>
                    </a:lnTo>
                    <a:cubicBezTo>
                      <a:pt x="70" y="7389"/>
                      <a:pt x="55" y="7404"/>
                      <a:pt x="36" y="7404"/>
                    </a:cubicBezTo>
                    <a:cubicBezTo>
                      <a:pt x="18" y="7404"/>
                      <a:pt x="3" y="7389"/>
                      <a:pt x="3" y="7371"/>
                    </a:cubicBezTo>
                    <a:lnTo>
                      <a:pt x="3" y="7370"/>
                    </a:lnTo>
                    <a:cubicBezTo>
                      <a:pt x="3" y="7352"/>
                      <a:pt x="18" y="7337"/>
                      <a:pt x="36" y="7337"/>
                    </a:cubicBezTo>
                    <a:cubicBezTo>
                      <a:pt x="55" y="7337"/>
                      <a:pt x="70" y="7352"/>
                      <a:pt x="70" y="7370"/>
                    </a:cubicBezTo>
                    <a:close/>
                    <a:moveTo>
                      <a:pt x="70" y="7504"/>
                    </a:moveTo>
                    <a:lnTo>
                      <a:pt x="70" y="7504"/>
                    </a:lnTo>
                    <a:cubicBezTo>
                      <a:pt x="70" y="7522"/>
                      <a:pt x="55" y="7537"/>
                      <a:pt x="36" y="7537"/>
                    </a:cubicBezTo>
                    <a:cubicBezTo>
                      <a:pt x="18" y="7537"/>
                      <a:pt x="3" y="7522"/>
                      <a:pt x="3" y="7504"/>
                    </a:cubicBezTo>
                    <a:cubicBezTo>
                      <a:pt x="3" y="7485"/>
                      <a:pt x="18" y="7471"/>
                      <a:pt x="36" y="7471"/>
                    </a:cubicBezTo>
                    <a:cubicBezTo>
                      <a:pt x="55" y="7471"/>
                      <a:pt x="70" y="7485"/>
                      <a:pt x="70" y="7504"/>
                    </a:cubicBezTo>
                    <a:close/>
                    <a:moveTo>
                      <a:pt x="70" y="7637"/>
                    </a:moveTo>
                    <a:lnTo>
                      <a:pt x="70" y="7637"/>
                    </a:lnTo>
                    <a:cubicBezTo>
                      <a:pt x="70" y="7656"/>
                      <a:pt x="55" y="7671"/>
                      <a:pt x="36" y="7671"/>
                    </a:cubicBezTo>
                    <a:cubicBezTo>
                      <a:pt x="18" y="7671"/>
                      <a:pt x="3" y="7656"/>
                      <a:pt x="3" y="7637"/>
                    </a:cubicBezTo>
                    <a:cubicBezTo>
                      <a:pt x="3" y="7619"/>
                      <a:pt x="18" y="7604"/>
                      <a:pt x="36" y="7604"/>
                    </a:cubicBezTo>
                    <a:cubicBezTo>
                      <a:pt x="55" y="7604"/>
                      <a:pt x="70" y="7619"/>
                      <a:pt x="70" y="7637"/>
                    </a:cubicBezTo>
                    <a:close/>
                    <a:moveTo>
                      <a:pt x="70" y="7771"/>
                    </a:moveTo>
                    <a:lnTo>
                      <a:pt x="70" y="7771"/>
                    </a:lnTo>
                    <a:cubicBezTo>
                      <a:pt x="70" y="7789"/>
                      <a:pt x="55" y="7804"/>
                      <a:pt x="37" y="7804"/>
                    </a:cubicBezTo>
                    <a:cubicBezTo>
                      <a:pt x="18" y="7804"/>
                      <a:pt x="3" y="7789"/>
                      <a:pt x="3" y="7771"/>
                    </a:cubicBezTo>
                    <a:cubicBezTo>
                      <a:pt x="3" y="7752"/>
                      <a:pt x="18" y="7737"/>
                      <a:pt x="37" y="7737"/>
                    </a:cubicBezTo>
                    <a:cubicBezTo>
                      <a:pt x="55" y="7737"/>
                      <a:pt x="70" y="7752"/>
                      <a:pt x="70" y="7771"/>
                    </a:cubicBezTo>
                    <a:close/>
                    <a:moveTo>
                      <a:pt x="70" y="7904"/>
                    </a:moveTo>
                    <a:lnTo>
                      <a:pt x="70" y="7904"/>
                    </a:lnTo>
                    <a:cubicBezTo>
                      <a:pt x="70" y="7923"/>
                      <a:pt x="55" y="7937"/>
                      <a:pt x="37" y="7937"/>
                    </a:cubicBezTo>
                    <a:cubicBezTo>
                      <a:pt x="18" y="7937"/>
                      <a:pt x="3" y="7923"/>
                      <a:pt x="3" y="7904"/>
                    </a:cubicBezTo>
                    <a:cubicBezTo>
                      <a:pt x="3" y="7886"/>
                      <a:pt x="18" y="7871"/>
                      <a:pt x="37" y="7871"/>
                    </a:cubicBezTo>
                    <a:cubicBezTo>
                      <a:pt x="55" y="7871"/>
                      <a:pt x="70" y="7886"/>
                      <a:pt x="70" y="7904"/>
                    </a:cubicBezTo>
                    <a:close/>
                    <a:moveTo>
                      <a:pt x="70" y="8037"/>
                    </a:moveTo>
                    <a:lnTo>
                      <a:pt x="70" y="8038"/>
                    </a:lnTo>
                    <a:cubicBezTo>
                      <a:pt x="70" y="8056"/>
                      <a:pt x="55" y="8071"/>
                      <a:pt x="37" y="8071"/>
                    </a:cubicBezTo>
                    <a:cubicBezTo>
                      <a:pt x="18" y="8071"/>
                      <a:pt x="3" y="8056"/>
                      <a:pt x="3" y="8038"/>
                    </a:cubicBezTo>
                    <a:lnTo>
                      <a:pt x="3" y="8037"/>
                    </a:lnTo>
                    <a:cubicBezTo>
                      <a:pt x="3" y="8019"/>
                      <a:pt x="18" y="8004"/>
                      <a:pt x="37" y="8004"/>
                    </a:cubicBezTo>
                    <a:cubicBezTo>
                      <a:pt x="55" y="8004"/>
                      <a:pt x="70" y="8019"/>
                      <a:pt x="70" y="8037"/>
                    </a:cubicBezTo>
                    <a:close/>
                    <a:moveTo>
                      <a:pt x="70" y="8171"/>
                    </a:moveTo>
                    <a:lnTo>
                      <a:pt x="70" y="8171"/>
                    </a:lnTo>
                    <a:cubicBezTo>
                      <a:pt x="70" y="8189"/>
                      <a:pt x="55" y="8204"/>
                      <a:pt x="37" y="8204"/>
                    </a:cubicBezTo>
                    <a:cubicBezTo>
                      <a:pt x="18" y="8204"/>
                      <a:pt x="3" y="8189"/>
                      <a:pt x="3" y="8171"/>
                    </a:cubicBezTo>
                    <a:cubicBezTo>
                      <a:pt x="3" y="8152"/>
                      <a:pt x="18" y="8138"/>
                      <a:pt x="37" y="8138"/>
                    </a:cubicBezTo>
                    <a:cubicBezTo>
                      <a:pt x="55" y="8138"/>
                      <a:pt x="70" y="8152"/>
                      <a:pt x="70" y="8171"/>
                    </a:cubicBezTo>
                    <a:close/>
                    <a:moveTo>
                      <a:pt x="70" y="8304"/>
                    </a:moveTo>
                    <a:lnTo>
                      <a:pt x="70" y="8304"/>
                    </a:lnTo>
                    <a:cubicBezTo>
                      <a:pt x="70" y="8323"/>
                      <a:pt x="55" y="8338"/>
                      <a:pt x="37" y="8338"/>
                    </a:cubicBezTo>
                    <a:cubicBezTo>
                      <a:pt x="18" y="8338"/>
                      <a:pt x="3" y="8323"/>
                      <a:pt x="3" y="8304"/>
                    </a:cubicBezTo>
                    <a:cubicBezTo>
                      <a:pt x="3" y="8286"/>
                      <a:pt x="18" y="8271"/>
                      <a:pt x="37" y="8271"/>
                    </a:cubicBezTo>
                    <a:cubicBezTo>
                      <a:pt x="55" y="8271"/>
                      <a:pt x="70" y="8286"/>
                      <a:pt x="70" y="8304"/>
                    </a:cubicBezTo>
                    <a:close/>
                  </a:path>
                </a:pathLst>
              </a:custGeom>
              <a:solidFill>
                <a:srgbClr val="000000"/>
              </a:solidFill>
              <a:ln w="4763">
                <a:solidFill>
                  <a:srgbClr val="000000"/>
                </a:solidFill>
                <a:bevel/>
                <a:headEnd/>
                <a:tailEnd/>
              </a:ln>
            </p:spPr>
            <p:txBody>
              <a:bodyPr/>
              <a:lstStyle/>
              <a:p>
                <a:endParaRPr lang="ru-RU"/>
              </a:p>
            </p:txBody>
          </p:sp>
          <p:sp>
            <p:nvSpPr>
              <p:cNvPr id="38942" name="Freeform 29"/>
              <p:cNvSpPr>
                <a:spLocks noEditPoints="1"/>
              </p:cNvSpPr>
              <p:nvPr/>
            </p:nvSpPr>
            <p:spPr bwMode="auto">
              <a:xfrm>
                <a:off x="6629400" y="2260600"/>
                <a:ext cx="20638" cy="2490788"/>
              </a:xfrm>
              <a:custGeom>
                <a:avLst/>
                <a:gdLst>
                  <a:gd name="T0" fmla="*/ 2147483647 w 70"/>
                  <a:gd name="T1" fmla="*/ 2147483647 h 8338"/>
                  <a:gd name="T2" fmla="*/ 2147483647 w 70"/>
                  <a:gd name="T3" fmla="*/ 2147483647 h 8338"/>
                  <a:gd name="T4" fmla="*/ 2147483647 w 70"/>
                  <a:gd name="T5" fmla="*/ 2147483647 h 8338"/>
                  <a:gd name="T6" fmla="*/ 2147483647 w 70"/>
                  <a:gd name="T7" fmla="*/ 2147483647 h 8338"/>
                  <a:gd name="T8" fmla="*/ 2147483647 w 70"/>
                  <a:gd name="T9" fmla="*/ 2147483647 h 8338"/>
                  <a:gd name="T10" fmla="*/ 2147483647 w 70"/>
                  <a:gd name="T11" fmla="*/ 2147483647 h 8338"/>
                  <a:gd name="T12" fmla="*/ 2147483647 w 70"/>
                  <a:gd name="T13" fmla="*/ 2147483647 h 8338"/>
                  <a:gd name="T14" fmla="*/ 2147483647 w 70"/>
                  <a:gd name="T15" fmla="*/ 2147483647 h 8338"/>
                  <a:gd name="T16" fmla="*/ 2147483647 w 70"/>
                  <a:gd name="T17" fmla="*/ 2147483647 h 8338"/>
                  <a:gd name="T18" fmla="*/ 2147483647 w 70"/>
                  <a:gd name="T19" fmla="*/ 2147483647 h 8338"/>
                  <a:gd name="T20" fmla="*/ 2147483647 w 70"/>
                  <a:gd name="T21" fmla="*/ 2147483647 h 8338"/>
                  <a:gd name="T22" fmla="*/ 2147483647 w 70"/>
                  <a:gd name="T23" fmla="*/ 2147483647 h 8338"/>
                  <a:gd name="T24" fmla="*/ 2147483647 w 70"/>
                  <a:gd name="T25" fmla="*/ 2147483647 h 8338"/>
                  <a:gd name="T26" fmla="*/ 2147483647 w 70"/>
                  <a:gd name="T27" fmla="*/ 2147483647 h 8338"/>
                  <a:gd name="T28" fmla="*/ 2147483647 w 70"/>
                  <a:gd name="T29" fmla="*/ 2147483647 h 8338"/>
                  <a:gd name="T30" fmla="*/ 2147483647 w 70"/>
                  <a:gd name="T31" fmla="*/ 2147483647 h 8338"/>
                  <a:gd name="T32" fmla="*/ 2147483647 w 70"/>
                  <a:gd name="T33" fmla="*/ 2147483647 h 8338"/>
                  <a:gd name="T34" fmla="*/ 2147483647 w 70"/>
                  <a:gd name="T35" fmla="*/ 2147483647 h 8338"/>
                  <a:gd name="T36" fmla="*/ 2147483647 w 70"/>
                  <a:gd name="T37" fmla="*/ 2147483647 h 8338"/>
                  <a:gd name="T38" fmla="*/ 2147483647 w 70"/>
                  <a:gd name="T39" fmla="*/ 2147483647 h 8338"/>
                  <a:gd name="T40" fmla="*/ 2147483647 w 70"/>
                  <a:gd name="T41" fmla="*/ 2147483647 h 8338"/>
                  <a:gd name="T42" fmla="*/ 2147483647 w 70"/>
                  <a:gd name="T43" fmla="*/ 2147483647 h 8338"/>
                  <a:gd name="T44" fmla="*/ 2147483647 w 70"/>
                  <a:gd name="T45" fmla="*/ 2147483647 h 8338"/>
                  <a:gd name="T46" fmla="*/ 2147483647 w 70"/>
                  <a:gd name="T47" fmla="*/ 2147483647 h 8338"/>
                  <a:gd name="T48" fmla="*/ 2147483647 w 70"/>
                  <a:gd name="T49" fmla="*/ 2147483647 h 8338"/>
                  <a:gd name="T50" fmla="*/ 2147483647 w 70"/>
                  <a:gd name="T51" fmla="*/ 2147483647 h 8338"/>
                  <a:gd name="T52" fmla="*/ 2147483647 w 70"/>
                  <a:gd name="T53" fmla="*/ 2147483647 h 8338"/>
                  <a:gd name="T54" fmla="*/ 2147483647 w 70"/>
                  <a:gd name="T55" fmla="*/ 2147483647 h 8338"/>
                  <a:gd name="T56" fmla="*/ 2147483647 w 70"/>
                  <a:gd name="T57" fmla="*/ 2147483647 h 8338"/>
                  <a:gd name="T58" fmla="*/ 2147483647 w 70"/>
                  <a:gd name="T59" fmla="*/ 2147483647 h 8338"/>
                  <a:gd name="T60" fmla="*/ 2147483647 w 70"/>
                  <a:gd name="T61" fmla="*/ 2147483647 h 8338"/>
                  <a:gd name="T62" fmla="*/ 2147483647 w 70"/>
                  <a:gd name="T63" fmla="*/ 2147483647 h 8338"/>
                  <a:gd name="T64" fmla="*/ 2147483647 w 70"/>
                  <a:gd name="T65" fmla="*/ 2147483647 h 8338"/>
                  <a:gd name="T66" fmla="*/ 2147483647 w 70"/>
                  <a:gd name="T67" fmla="*/ 2147483647 h 8338"/>
                  <a:gd name="T68" fmla="*/ 2147483647 w 70"/>
                  <a:gd name="T69" fmla="*/ 2147483647 h 8338"/>
                  <a:gd name="T70" fmla="*/ 2147483647 w 70"/>
                  <a:gd name="T71" fmla="*/ 2147483647 h 8338"/>
                  <a:gd name="T72" fmla="*/ 2147483647 w 70"/>
                  <a:gd name="T73" fmla="*/ 2147483647 h 8338"/>
                  <a:gd name="T74" fmla="*/ 2147483647 w 70"/>
                  <a:gd name="T75" fmla="*/ 2147483647 h 8338"/>
                  <a:gd name="T76" fmla="*/ 2147483647 w 70"/>
                  <a:gd name="T77" fmla="*/ 2147483647 h 8338"/>
                  <a:gd name="T78" fmla="*/ 2147483647 w 70"/>
                  <a:gd name="T79" fmla="*/ 2147483647 h 8338"/>
                  <a:gd name="T80" fmla="*/ 2147483647 w 70"/>
                  <a:gd name="T81" fmla="*/ 2147483647 h 8338"/>
                  <a:gd name="T82" fmla="*/ 2147483647 w 70"/>
                  <a:gd name="T83" fmla="*/ 2147483647 h 8338"/>
                  <a:gd name="T84" fmla="*/ 2147483647 w 70"/>
                  <a:gd name="T85" fmla="*/ 2147483647 h 8338"/>
                  <a:gd name="T86" fmla="*/ 2147483647 w 70"/>
                  <a:gd name="T87" fmla="*/ 2147483647 h 8338"/>
                  <a:gd name="T88" fmla="*/ 2147483647 w 70"/>
                  <a:gd name="T89" fmla="*/ 2147483647 h 8338"/>
                  <a:gd name="T90" fmla="*/ 2147483647 w 70"/>
                  <a:gd name="T91" fmla="*/ 2147483647 h 8338"/>
                  <a:gd name="T92" fmla="*/ 2147483647 w 70"/>
                  <a:gd name="T93" fmla="*/ 2147483647 h 8338"/>
                  <a:gd name="T94" fmla="*/ 2147483647 w 70"/>
                  <a:gd name="T95" fmla="*/ 2147483647 h 8338"/>
                  <a:gd name="T96" fmla="*/ 2147483647 w 70"/>
                  <a:gd name="T97" fmla="*/ 2147483647 h 8338"/>
                  <a:gd name="T98" fmla="*/ 2147483647 w 70"/>
                  <a:gd name="T99" fmla="*/ 2147483647 h 8338"/>
                  <a:gd name="T100" fmla="*/ 2147483647 w 70"/>
                  <a:gd name="T101" fmla="*/ 2147483647 h 8338"/>
                  <a:gd name="T102" fmla="*/ 2147483647 w 70"/>
                  <a:gd name="T103" fmla="*/ 2147483647 h 8338"/>
                  <a:gd name="T104" fmla="*/ 2147483647 w 70"/>
                  <a:gd name="T105" fmla="*/ 2147483647 h 8338"/>
                  <a:gd name="T106" fmla="*/ 2147483647 w 70"/>
                  <a:gd name="T107" fmla="*/ 2147483647 h 8338"/>
                  <a:gd name="T108" fmla="*/ 2147483647 w 70"/>
                  <a:gd name="T109" fmla="*/ 2147483647 h 8338"/>
                  <a:gd name="T110" fmla="*/ 2147483647 w 70"/>
                  <a:gd name="T111" fmla="*/ 2147483647 h 8338"/>
                  <a:gd name="T112" fmla="*/ 2147483647 w 70"/>
                  <a:gd name="T113" fmla="*/ 2147483647 h 8338"/>
                  <a:gd name="T114" fmla="*/ 2147483647 w 70"/>
                  <a:gd name="T115" fmla="*/ 2147483647 h 8338"/>
                  <a:gd name="T116" fmla="*/ 2147483647 w 70"/>
                  <a:gd name="T117" fmla="*/ 2147483647 h 8338"/>
                  <a:gd name="T118" fmla="*/ 2147483647 w 70"/>
                  <a:gd name="T119" fmla="*/ 2147483647 h 8338"/>
                  <a:gd name="T120" fmla="*/ 2147483647 w 70"/>
                  <a:gd name="T121" fmla="*/ 2147483647 h 8338"/>
                  <a:gd name="T122" fmla="*/ 2147483647 w 70"/>
                  <a:gd name="T123" fmla="*/ 2147483647 h 8338"/>
                  <a:gd name="T124" fmla="*/ 2147483647 w 70"/>
                  <a:gd name="T125" fmla="*/ 2147483647 h 833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70"/>
                  <a:gd name="T190" fmla="*/ 0 h 8338"/>
                  <a:gd name="T191" fmla="*/ 70 w 70"/>
                  <a:gd name="T192" fmla="*/ 8338 h 8338"/>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70" h="8338">
                    <a:moveTo>
                      <a:pt x="67" y="33"/>
                    </a:moveTo>
                    <a:lnTo>
                      <a:pt x="67" y="34"/>
                    </a:lnTo>
                    <a:cubicBezTo>
                      <a:pt x="67" y="52"/>
                      <a:pt x="52" y="67"/>
                      <a:pt x="33" y="67"/>
                    </a:cubicBezTo>
                    <a:cubicBezTo>
                      <a:pt x="15" y="67"/>
                      <a:pt x="0" y="52"/>
                      <a:pt x="0" y="34"/>
                    </a:cubicBezTo>
                    <a:lnTo>
                      <a:pt x="0" y="33"/>
                    </a:lnTo>
                    <a:cubicBezTo>
                      <a:pt x="0" y="15"/>
                      <a:pt x="15" y="0"/>
                      <a:pt x="33" y="0"/>
                    </a:cubicBezTo>
                    <a:cubicBezTo>
                      <a:pt x="52" y="0"/>
                      <a:pt x="67" y="15"/>
                      <a:pt x="67" y="33"/>
                    </a:cubicBezTo>
                    <a:close/>
                    <a:moveTo>
                      <a:pt x="67" y="167"/>
                    </a:moveTo>
                    <a:lnTo>
                      <a:pt x="67" y="167"/>
                    </a:lnTo>
                    <a:cubicBezTo>
                      <a:pt x="67" y="185"/>
                      <a:pt x="52" y="200"/>
                      <a:pt x="34" y="200"/>
                    </a:cubicBezTo>
                    <a:cubicBezTo>
                      <a:pt x="15" y="200"/>
                      <a:pt x="0" y="185"/>
                      <a:pt x="0" y="167"/>
                    </a:cubicBezTo>
                    <a:cubicBezTo>
                      <a:pt x="0" y="148"/>
                      <a:pt x="15" y="134"/>
                      <a:pt x="34" y="134"/>
                    </a:cubicBezTo>
                    <a:cubicBezTo>
                      <a:pt x="52" y="134"/>
                      <a:pt x="67" y="148"/>
                      <a:pt x="67" y="167"/>
                    </a:cubicBezTo>
                    <a:close/>
                    <a:moveTo>
                      <a:pt x="67" y="300"/>
                    </a:moveTo>
                    <a:lnTo>
                      <a:pt x="67" y="300"/>
                    </a:lnTo>
                    <a:cubicBezTo>
                      <a:pt x="67" y="319"/>
                      <a:pt x="52" y="334"/>
                      <a:pt x="34" y="334"/>
                    </a:cubicBezTo>
                    <a:cubicBezTo>
                      <a:pt x="15" y="334"/>
                      <a:pt x="0" y="319"/>
                      <a:pt x="0" y="300"/>
                    </a:cubicBezTo>
                    <a:cubicBezTo>
                      <a:pt x="0" y="282"/>
                      <a:pt x="15" y="267"/>
                      <a:pt x="34" y="267"/>
                    </a:cubicBezTo>
                    <a:cubicBezTo>
                      <a:pt x="52" y="267"/>
                      <a:pt x="67" y="282"/>
                      <a:pt x="67" y="300"/>
                    </a:cubicBezTo>
                    <a:close/>
                    <a:moveTo>
                      <a:pt x="67" y="434"/>
                    </a:moveTo>
                    <a:lnTo>
                      <a:pt x="67" y="434"/>
                    </a:lnTo>
                    <a:cubicBezTo>
                      <a:pt x="67" y="452"/>
                      <a:pt x="52" y="467"/>
                      <a:pt x="34" y="467"/>
                    </a:cubicBezTo>
                    <a:cubicBezTo>
                      <a:pt x="15" y="467"/>
                      <a:pt x="0" y="452"/>
                      <a:pt x="0" y="434"/>
                    </a:cubicBezTo>
                    <a:cubicBezTo>
                      <a:pt x="0" y="415"/>
                      <a:pt x="15" y="400"/>
                      <a:pt x="34" y="400"/>
                    </a:cubicBezTo>
                    <a:cubicBezTo>
                      <a:pt x="52" y="400"/>
                      <a:pt x="67" y="415"/>
                      <a:pt x="67" y="434"/>
                    </a:cubicBezTo>
                    <a:close/>
                    <a:moveTo>
                      <a:pt x="67" y="567"/>
                    </a:moveTo>
                    <a:lnTo>
                      <a:pt x="67" y="567"/>
                    </a:lnTo>
                    <a:cubicBezTo>
                      <a:pt x="67" y="586"/>
                      <a:pt x="52" y="600"/>
                      <a:pt x="34" y="600"/>
                    </a:cubicBezTo>
                    <a:cubicBezTo>
                      <a:pt x="15" y="600"/>
                      <a:pt x="0" y="586"/>
                      <a:pt x="0" y="567"/>
                    </a:cubicBezTo>
                    <a:cubicBezTo>
                      <a:pt x="0" y="549"/>
                      <a:pt x="15" y="534"/>
                      <a:pt x="34" y="534"/>
                    </a:cubicBezTo>
                    <a:cubicBezTo>
                      <a:pt x="52" y="534"/>
                      <a:pt x="67" y="549"/>
                      <a:pt x="67" y="567"/>
                    </a:cubicBezTo>
                    <a:close/>
                    <a:moveTo>
                      <a:pt x="67" y="700"/>
                    </a:moveTo>
                    <a:lnTo>
                      <a:pt x="67" y="701"/>
                    </a:lnTo>
                    <a:cubicBezTo>
                      <a:pt x="67" y="719"/>
                      <a:pt x="52" y="734"/>
                      <a:pt x="34" y="734"/>
                    </a:cubicBezTo>
                    <a:cubicBezTo>
                      <a:pt x="15" y="734"/>
                      <a:pt x="0" y="719"/>
                      <a:pt x="0" y="701"/>
                    </a:cubicBezTo>
                    <a:lnTo>
                      <a:pt x="0" y="700"/>
                    </a:lnTo>
                    <a:cubicBezTo>
                      <a:pt x="0" y="682"/>
                      <a:pt x="15" y="667"/>
                      <a:pt x="34" y="667"/>
                    </a:cubicBezTo>
                    <a:cubicBezTo>
                      <a:pt x="52" y="667"/>
                      <a:pt x="67" y="682"/>
                      <a:pt x="67" y="700"/>
                    </a:cubicBezTo>
                    <a:close/>
                    <a:moveTo>
                      <a:pt x="67" y="834"/>
                    </a:moveTo>
                    <a:lnTo>
                      <a:pt x="67" y="834"/>
                    </a:lnTo>
                    <a:cubicBezTo>
                      <a:pt x="67" y="852"/>
                      <a:pt x="52" y="867"/>
                      <a:pt x="34" y="867"/>
                    </a:cubicBezTo>
                    <a:cubicBezTo>
                      <a:pt x="15" y="867"/>
                      <a:pt x="0" y="852"/>
                      <a:pt x="0" y="834"/>
                    </a:cubicBezTo>
                    <a:cubicBezTo>
                      <a:pt x="0" y="815"/>
                      <a:pt x="15" y="801"/>
                      <a:pt x="34" y="801"/>
                    </a:cubicBezTo>
                    <a:cubicBezTo>
                      <a:pt x="52" y="801"/>
                      <a:pt x="67" y="815"/>
                      <a:pt x="67" y="834"/>
                    </a:cubicBezTo>
                    <a:close/>
                    <a:moveTo>
                      <a:pt x="67" y="967"/>
                    </a:moveTo>
                    <a:lnTo>
                      <a:pt x="67" y="967"/>
                    </a:lnTo>
                    <a:cubicBezTo>
                      <a:pt x="67" y="986"/>
                      <a:pt x="52" y="1001"/>
                      <a:pt x="34" y="1001"/>
                    </a:cubicBezTo>
                    <a:cubicBezTo>
                      <a:pt x="15" y="1001"/>
                      <a:pt x="1" y="986"/>
                      <a:pt x="1" y="967"/>
                    </a:cubicBezTo>
                    <a:cubicBezTo>
                      <a:pt x="1" y="949"/>
                      <a:pt x="15" y="934"/>
                      <a:pt x="34" y="934"/>
                    </a:cubicBezTo>
                    <a:cubicBezTo>
                      <a:pt x="52" y="934"/>
                      <a:pt x="67" y="949"/>
                      <a:pt x="67" y="967"/>
                    </a:cubicBezTo>
                    <a:close/>
                    <a:moveTo>
                      <a:pt x="67" y="1101"/>
                    </a:moveTo>
                    <a:lnTo>
                      <a:pt x="67" y="1101"/>
                    </a:lnTo>
                    <a:cubicBezTo>
                      <a:pt x="67" y="1119"/>
                      <a:pt x="52" y="1134"/>
                      <a:pt x="34" y="1134"/>
                    </a:cubicBezTo>
                    <a:cubicBezTo>
                      <a:pt x="15" y="1134"/>
                      <a:pt x="1" y="1119"/>
                      <a:pt x="1" y="1101"/>
                    </a:cubicBezTo>
                    <a:cubicBezTo>
                      <a:pt x="1" y="1082"/>
                      <a:pt x="15" y="1067"/>
                      <a:pt x="34" y="1067"/>
                    </a:cubicBezTo>
                    <a:cubicBezTo>
                      <a:pt x="52" y="1067"/>
                      <a:pt x="67" y="1082"/>
                      <a:pt x="67" y="1101"/>
                    </a:cubicBezTo>
                    <a:close/>
                    <a:moveTo>
                      <a:pt x="67" y="1234"/>
                    </a:moveTo>
                    <a:lnTo>
                      <a:pt x="67" y="1234"/>
                    </a:lnTo>
                    <a:cubicBezTo>
                      <a:pt x="67" y="1253"/>
                      <a:pt x="52" y="1267"/>
                      <a:pt x="34" y="1267"/>
                    </a:cubicBezTo>
                    <a:cubicBezTo>
                      <a:pt x="16" y="1267"/>
                      <a:pt x="1" y="1253"/>
                      <a:pt x="1" y="1234"/>
                    </a:cubicBezTo>
                    <a:cubicBezTo>
                      <a:pt x="1" y="1216"/>
                      <a:pt x="16" y="1201"/>
                      <a:pt x="34" y="1201"/>
                    </a:cubicBezTo>
                    <a:cubicBezTo>
                      <a:pt x="52" y="1201"/>
                      <a:pt x="67" y="1216"/>
                      <a:pt x="67" y="1234"/>
                    </a:cubicBezTo>
                    <a:close/>
                    <a:moveTo>
                      <a:pt x="67" y="1367"/>
                    </a:moveTo>
                    <a:lnTo>
                      <a:pt x="67" y="1368"/>
                    </a:lnTo>
                    <a:cubicBezTo>
                      <a:pt x="67" y="1386"/>
                      <a:pt x="52" y="1401"/>
                      <a:pt x="34" y="1401"/>
                    </a:cubicBezTo>
                    <a:cubicBezTo>
                      <a:pt x="16" y="1401"/>
                      <a:pt x="1" y="1386"/>
                      <a:pt x="1" y="1368"/>
                    </a:cubicBezTo>
                    <a:lnTo>
                      <a:pt x="1" y="1367"/>
                    </a:lnTo>
                    <a:cubicBezTo>
                      <a:pt x="1" y="1349"/>
                      <a:pt x="16" y="1334"/>
                      <a:pt x="34" y="1334"/>
                    </a:cubicBezTo>
                    <a:cubicBezTo>
                      <a:pt x="52" y="1334"/>
                      <a:pt x="67" y="1349"/>
                      <a:pt x="67" y="1367"/>
                    </a:cubicBezTo>
                    <a:close/>
                    <a:moveTo>
                      <a:pt x="67" y="1501"/>
                    </a:moveTo>
                    <a:lnTo>
                      <a:pt x="67" y="1501"/>
                    </a:lnTo>
                    <a:cubicBezTo>
                      <a:pt x="67" y="1519"/>
                      <a:pt x="52" y="1534"/>
                      <a:pt x="34" y="1534"/>
                    </a:cubicBezTo>
                    <a:cubicBezTo>
                      <a:pt x="16" y="1534"/>
                      <a:pt x="1" y="1519"/>
                      <a:pt x="1" y="1501"/>
                    </a:cubicBezTo>
                    <a:cubicBezTo>
                      <a:pt x="1" y="1482"/>
                      <a:pt x="16" y="1468"/>
                      <a:pt x="34" y="1468"/>
                    </a:cubicBezTo>
                    <a:cubicBezTo>
                      <a:pt x="52" y="1468"/>
                      <a:pt x="67" y="1482"/>
                      <a:pt x="67" y="1501"/>
                    </a:cubicBezTo>
                    <a:close/>
                    <a:moveTo>
                      <a:pt x="67" y="1634"/>
                    </a:moveTo>
                    <a:lnTo>
                      <a:pt x="67" y="1634"/>
                    </a:lnTo>
                    <a:cubicBezTo>
                      <a:pt x="67" y="1653"/>
                      <a:pt x="53" y="1668"/>
                      <a:pt x="34" y="1668"/>
                    </a:cubicBezTo>
                    <a:cubicBezTo>
                      <a:pt x="16" y="1668"/>
                      <a:pt x="1" y="1653"/>
                      <a:pt x="1" y="1634"/>
                    </a:cubicBezTo>
                    <a:cubicBezTo>
                      <a:pt x="1" y="1616"/>
                      <a:pt x="16" y="1601"/>
                      <a:pt x="34" y="1601"/>
                    </a:cubicBezTo>
                    <a:cubicBezTo>
                      <a:pt x="53" y="1601"/>
                      <a:pt x="67" y="1616"/>
                      <a:pt x="67" y="1634"/>
                    </a:cubicBezTo>
                    <a:close/>
                    <a:moveTo>
                      <a:pt x="67" y="1768"/>
                    </a:moveTo>
                    <a:lnTo>
                      <a:pt x="67" y="1768"/>
                    </a:lnTo>
                    <a:cubicBezTo>
                      <a:pt x="67" y="1786"/>
                      <a:pt x="53" y="1801"/>
                      <a:pt x="34" y="1801"/>
                    </a:cubicBezTo>
                    <a:cubicBezTo>
                      <a:pt x="16" y="1801"/>
                      <a:pt x="1" y="1786"/>
                      <a:pt x="1" y="1768"/>
                    </a:cubicBezTo>
                    <a:cubicBezTo>
                      <a:pt x="1" y="1749"/>
                      <a:pt x="16" y="1734"/>
                      <a:pt x="34" y="1734"/>
                    </a:cubicBezTo>
                    <a:cubicBezTo>
                      <a:pt x="53" y="1734"/>
                      <a:pt x="67" y="1749"/>
                      <a:pt x="67" y="1768"/>
                    </a:cubicBezTo>
                    <a:close/>
                    <a:moveTo>
                      <a:pt x="68" y="1901"/>
                    </a:moveTo>
                    <a:lnTo>
                      <a:pt x="68" y="1901"/>
                    </a:lnTo>
                    <a:cubicBezTo>
                      <a:pt x="68" y="1920"/>
                      <a:pt x="53" y="1934"/>
                      <a:pt x="34" y="1934"/>
                    </a:cubicBezTo>
                    <a:cubicBezTo>
                      <a:pt x="16" y="1934"/>
                      <a:pt x="1" y="1920"/>
                      <a:pt x="1" y="1901"/>
                    </a:cubicBezTo>
                    <a:cubicBezTo>
                      <a:pt x="1" y="1883"/>
                      <a:pt x="16" y="1868"/>
                      <a:pt x="34" y="1868"/>
                    </a:cubicBezTo>
                    <a:cubicBezTo>
                      <a:pt x="53" y="1868"/>
                      <a:pt x="68" y="1883"/>
                      <a:pt x="68" y="1901"/>
                    </a:cubicBezTo>
                    <a:close/>
                    <a:moveTo>
                      <a:pt x="68" y="2034"/>
                    </a:moveTo>
                    <a:lnTo>
                      <a:pt x="68" y="2035"/>
                    </a:lnTo>
                    <a:cubicBezTo>
                      <a:pt x="68" y="2053"/>
                      <a:pt x="53" y="2068"/>
                      <a:pt x="34" y="2068"/>
                    </a:cubicBezTo>
                    <a:cubicBezTo>
                      <a:pt x="16" y="2068"/>
                      <a:pt x="1" y="2053"/>
                      <a:pt x="1" y="2035"/>
                    </a:cubicBezTo>
                    <a:lnTo>
                      <a:pt x="1" y="2034"/>
                    </a:lnTo>
                    <a:cubicBezTo>
                      <a:pt x="1" y="2016"/>
                      <a:pt x="16" y="2001"/>
                      <a:pt x="34" y="2001"/>
                    </a:cubicBezTo>
                    <a:cubicBezTo>
                      <a:pt x="53" y="2001"/>
                      <a:pt x="68" y="2016"/>
                      <a:pt x="68" y="2034"/>
                    </a:cubicBezTo>
                    <a:close/>
                    <a:moveTo>
                      <a:pt x="68" y="2168"/>
                    </a:moveTo>
                    <a:lnTo>
                      <a:pt x="68" y="2168"/>
                    </a:lnTo>
                    <a:cubicBezTo>
                      <a:pt x="68" y="2186"/>
                      <a:pt x="53" y="2201"/>
                      <a:pt x="34" y="2201"/>
                    </a:cubicBezTo>
                    <a:cubicBezTo>
                      <a:pt x="16" y="2201"/>
                      <a:pt x="1" y="2186"/>
                      <a:pt x="1" y="2168"/>
                    </a:cubicBezTo>
                    <a:cubicBezTo>
                      <a:pt x="1" y="2149"/>
                      <a:pt x="16" y="2135"/>
                      <a:pt x="34" y="2135"/>
                    </a:cubicBezTo>
                    <a:cubicBezTo>
                      <a:pt x="53" y="2135"/>
                      <a:pt x="68" y="2149"/>
                      <a:pt x="68" y="2168"/>
                    </a:cubicBezTo>
                    <a:close/>
                    <a:moveTo>
                      <a:pt x="68" y="2301"/>
                    </a:moveTo>
                    <a:lnTo>
                      <a:pt x="68" y="2301"/>
                    </a:lnTo>
                    <a:cubicBezTo>
                      <a:pt x="68" y="2320"/>
                      <a:pt x="53" y="2335"/>
                      <a:pt x="34" y="2335"/>
                    </a:cubicBezTo>
                    <a:cubicBezTo>
                      <a:pt x="16" y="2335"/>
                      <a:pt x="1" y="2320"/>
                      <a:pt x="1" y="2301"/>
                    </a:cubicBezTo>
                    <a:cubicBezTo>
                      <a:pt x="1" y="2283"/>
                      <a:pt x="16" y="2268"/>
                      <a:pt x="34" y="2268"/>
                    </a:cubicBezTo>
                    <a:cubicBezTo>
                      <a:pt x="53" y="2268"/>
                      <a:pt x="68" y="2283"/>
                      <a:pt x="68" y="2301"/>
                    </a:cubicBezTo>
                    <a:close/>
                    <a:moveTo>
                      <a:pt x="68" y="2435"/>
                    </a:moveTo>
                    <a:lnTo>
                      <a:pt x="68" y="2435"/>
                    </a:lnTo>
                    <a:cubicBezTo>
                      <a:pt x="68" y="2453"/>
                      <a:pt x="53" y="2468"/>
                      <a:pt x="34" y="2468"/>
                    </a:cubicBezTo>
                    <a:cubicBezTo>
                      <a:pt x="16" y="2468"/>
                      <a:pt x="1" y="2453"/>
                      <a:pt x="1" y="2435"/>
                    </a:cubicBezTo>
                    <a:cubicBezTo>
                      <a:pt x="1" y="2416"/>
                      <a:pt x="16" y="2401"/>
                      <a:pt x="34" y="2401"/>
                    </a:cubicBezTo>
                    <a:cubicBezTo>
                      <a:pt x="53" y="2401"/>
                      <a:pt x="68" y="2416"/>
                      <a:pt x="68" y="2435"/>
                    </a:cubicBezTo>
                    <a:close/>
                    <a:moveTo>
                      <a:pt x="68" y="2568"/>
                    </a:moveTo>
                    <a:lnTo>
                      <a:pt x="68" y="2568"/>
                    </a:lnTo>
                    <a:cubicBezTo>
                      <a:pt x="68" y="2587"/>
                      <a:pt x="53" y="2601"/>
                      <a:pt x="34" y="2601"/>
                    </a:cubicBezTo>
                    <a:cubicBezTo>
                      <a:pt x="16" y="2601"/>
                      <a:pt x="1" y="2587"/>
                      <a:pt x="1" y="2568"/>
                    </a:cubicBezTo>
                    <a:cubicBezTo>
                      <a:pt x="1" y="2550"/>
                      <a:pt x="16" y="2535"/>
                      <a:pt x="34" y="2535"/>
                    </a:cubicBezTo>
                    <a:cubicBezTo>
                      <a:pt x="53" y="2535"/>
                      <a:pt x="68" y="2550"/>
                      <a:pt x="68" y="2568"/>
                    </a:cubicBezTo>
                    <a:close/>
                    <a:moveTo>
                      <a:pt x="68" y="2701"/>
                    </a:moveTo>
                    <a:lnTo>
                      <a:pt x="68" y="2702"/>
                    </a:lnTo>
                    <a:cubicBezTo>
                      <a:pt x="68" y="2720"/>
                      <a:pt x="53" y="2735"/>
                      <a:pt x="35" y="2735"/>
                    </a:cubicBezTo>
                    <a:cubicBezTo>
                      <a:pt x="16" y="2735"/>
                      <a:pt x="1" y="2720"/>
                      <a:pt x="1" y="2702"/>
                    </a:cubicBezTo>
                    <a:lnTo>
                      <a:pt x="1" y="2701"/>
                    </a:lnTo>
                    <a:cubicBezTo>
                      <a:pt x="1" y="2683"/>
                      <a:pt x="16" y="2668"/>
                      <a:pt x="35" y="2668"/>
                    </a:cubicBezTo>
                    <a:cubicBezTo>
                      <a:pt x="53" y="2668"/>
                      <a:pt x="68" y="2683"/>
                      <a:pt x="68" y="2701"/>
                    </a:cubicBezTo>
                    <a:close/>
                    <a:moveTo>
                      <a:pt x="68" y="2835"/>
                    </a:moveTo>
                    <a:lnTo>
                      <a:pt x="68" y="2835"/>
                    </a:lnTo>
                    <a:cubicBezTo>
                      <a:pt x="68" y="2853"/>
                      <a:pt x="53" y="2868"/>
                      <a:pt x="35" y="2868"/>
                    </a:cubicBezTo>
                    <a:cubicBezTo>
                      <a:pt x="16" y="2868"/>
                      <a:pt x="1" y="2853"/>
                      <a:pt x="1" y="2835"/>
                    </a:cubicBezTo>
                    <a:cubicBezTo>
                      <a:pt x="1" y="2816"/>
                      <a:pt x="16" y="2802"/>
                      <a:pt x="35" y="2802"/>
                    </a:cubicBezTo>
                    <a:cubicBezTo>
                      <a:pt x="53" y="2802"/>
                      <a:pt x="68" y="2816"/>
                      <a:pt x="68" y="2835"/>
                    </a:cubicBezTo>
                    <a:close/>
                    <a:moveTo>
                      <a:pt x="68" y="2968"/>
                    </a:moveTo>
                    <a:lnTo>
                      <a:pt x="68" y="2968"/>
                    </a:lnTo>
                    <a:cubicBezTo>
                      <a:pt x="68" y="2987"/>
                      <a:pt x="53" y="3002"/>
                      <a:pt x="35" y="3002"/>
                    </a:cubicBezTo>
                    <a:cubicBezTo>
                      <a:pt x="16" y="3002"/>
                      <a:pt x="1" y="2987"/>
                      <a:pt x="1" y="2968"/>
                    </a:cubicBezTo>
                    <a:cubicBezTo>
                      <a:pt x="1" y="2950"/>
                      <a:pt x="16" y="2935"/>
                      <a:pt x="35" y="2935"/>
                    </a:cubicBezTo>
                    <a:cubicBezTo>
                      <a:pt x="53" y="2935"/>
                      <a:pt x="68" y="2950"/>
                      <a:pt x="68" y="2968"/>
                    </a:cubicBezTo>
                    <a:close/>
                    <a:moveTo>
                      <a:pt x="68" y="3102"/>
                    </a:moveTo>
                    <a:lnTo>
                      <a:pt x="68" y="3102"/>
                    </a:lnTo>
                    <a:cubicBezTo>
                      <a:pt x="68" y="3120"/>
                      <a:pt x="53" y="3135"/>
                      <a:pt x="35" y="3135"/>
                    </a:cubicBezTo>
                    <a:cubicBezTo>
                      <a:pt x="16" y="3135"/>
                      <a:pt x="1" y="3120"/>
                      <a:pt x="1" y="3102"/>
                    </a:cubicBezTo>
                    <a:cubicBezTo>
                      <a:pt x="1" y="3083"/>
                      <a:pt x="16" y="3068"/>
                      <a:pt x="35" y="3068"/>
                    </a:cubicBezTo>
                    <a:cubicBezTo>
                      <a:pt x="53" y="3068"/>
                      <a:pt x="68" y="3083"/>
                      <a:pt x="68" y="3102"/>
                    </a:cubicBezTo>
                    <a:close/>
                    <a:moveTo>
                      <a:pt x="68" y="3235"/>
                    </a:moveTo>
                    <a:lnTo>
                      <a:pt x="68" y="3235"/>
                    </a:lnTo>
                    <a:cubicBezTo>
                      <a:pt x="68" y="3254"/>
                      <a:pt x="53" y="3268"/>
                      <a:pt x="35" y="3268"/>
                    </a:cubicBezTo>
                    <a:cubicBezTo>
                      <a:pt x="16" y="3268"/>
                      <a:pt x="1" y="3254"/>
                      <a:pt x="1" y="3235"/>
                    </a:cubicBezTo>
                    <a:cubicBezTo>
                      <a:pt x="1" y="3217"/>
                      <a:pt x="16" y="3202"/>
                      <a:pt x="35" y="3202"/>
                    </a:cubicBezTo>
                    <a:cubicBezTo>
                      <a:pt x="53" y="3202"/>
                      <a:pt x="68" y="3217"/>
                      <a:pt x="68" y="3235"/>
                    </a:cubicBezTo>
                    <a:close/>
                    <a:moveTo>
                      <a:pt x="68" y="3368"/>
                    </a:moveTo>
                    <a:lnTo>
                      <a:pt x="68" y="3369"/>
                    </a:lnTo>
                    <a:cubicBezTo>
                      <a:pt x="68" y="3387"/>
                      <a:pt x="53" y="3402"/>
                      <a:pt x="35" y="3402"/>
                    </a:cubicBezTo>
                    <a:cubicBezTo>
                      <a:pt x="16" y="3402"/>
                      <a:pt x="1" y="3387"/>
                      <a:pt x="1" y="3369"/>
                    </a:cubicBezTo>
                    <a:lnTo>
                      <a:pt x="1" y="3368"/>
                    </a:lnTo>
                    <a:cubicBezTo>
                      <a:pt x="1" y="3350"/>
                      <a:pt x="16" y="3335"/>
                      <a:pt x="35" y="3335"/>
                    </a:cubicBezTo>
                    <a:cubicBezTo>
                      <a:pt x="53" y="3335"/>
                      <a:pt x="68" y="3350"/>
                      <a:pt x="68" y="3368"/>
                    </a:cubicBezTo>
                    <a:close/>
                    <a:moveTo>
                      <a:pt x="68" y="3502"/>
                    </a:moveTo>
                    <a:lnTo>
                      <a:pt x="68" y="3502"/>
                    </a:lnTo>
                    <a:cubicBezTo>
                      <a:pt x="68" y="3520"/>
                      <a:pt x="53" y="3535"/>
                      <a:pt x="35" y="3535"/>
                    </a:cubicBezTo>
                    <a:cubicBezTo>
                      <a:pt x="16" y="3535"/>
                      <a:pt x="2" y="3520"/>
                      <a:pt x="2" y="3502"/>
                    </a:cubicBezTo>
                    <a:cubicBezTo>
                      <a:pt x="2" y="3483"/>
                      <a:pt x="16" y="3469"/>
                      <a:pt x="35" y="3469"/>
                    </a:cubicBezTo>
                    <a:cubicBezTo>
                      <a:pt x="53" y="3469"/>
                      <a:pt x="68" y="3483"/>
                      <a:pt x="68" y="3502"/>
                    </a:cubicBezTo>
                    <a:close/>
                    <a:moveTo>
                      <a:pt x="68" y="3635"/>
                    </a:moveTo>
                    <a:lnTo>
                      <a:pt x="68" y="3635"/>
                    </a:lnTo>
                    <a:cubicBezTo>
                      <a:pt x="68" y="3654"/>
                      <a:pt x="53" y="3669"/>
                      <a:pt x="35" y="3669"/>
                    </a:cubicBezTo>
                    <a:cubicBezTo>
                      <a:pt x="16" y="3669"/>
                      <a:pt x="2" y="3654"/>
                      <a:pt x="2" y="3635"/>
                    </a:cubicBezTo>
                    <a:cubicBezTo>
                      <a:pt x="2" y="3617"/>
                      <a:pt x="16" y="3602"/>
                      <a:pt x="35" y="3602"/>
                    </a:cubicBezTo>
                    <a:cubicBezTo>
                      <a:pt x="53" y="3602"/>
                      <a:pt x="68" y="3617"/>
                      <a:pt x="68" y="3635"/>
                    </a:cubicBezTo>
                    <a:close/>
                    <a:moveTo>
                      <a:pt x="68" y="3769"/>
                    </a:moveTo>
                    <a:lnTo>
                      <a:pt x="68" y="3769"/>
                    </a:lnTo>
                    <a:cubicBezTo>
                      <a:pt x="68" y="3787"/>
                      <a:pt x="53" y="3802"/>
                      <a:pt x="35" y="3802"/>
                    </a:cubicBezTo>
                    <a:cubicBezTo>
                      <a:pt x="17" y="3802"/>
                      <a:pt x="2" y="3787"/>
                      <a:pt x="2" y="3769"/>
                    </a:cubicBezTo>
                    <a:cubicBezTo>
                      <a:pt x="2" y="3750"/>
                      <a:pt x="17" y="3735"/>
                      <a:pt x="35" y="3735"/>
                    </a:cubicBezTo>
                    <a:cubicBezTo>
                      <a:pt x="53" y="3735"/>
                      <a:pt x="68" y="3750"/>
                      <a:pt x="68" y="3769"/>
                    </a:cubicBezTo>
                    <a:close/>
                    <a:moveTo>
                      <a:pt x="68" y="3902"/>
                    </a:moveTo>
                    <a:lnTo>
                      <a:pt x="68" y="3902"/>
                    </a:lnTo>
                    <a:cubicBezTo>
                      <a:pt x="68" y="3921"/>
                      <a:pt x="53" y="3935"/>
                      <a:pt x="35" y="3935"/>
                    </a:cubicBezTo>
                    <a:cubicBezTo>
                      <a:pt x="17" y="3935"/>
                      <a:pt x="2" y="3921"/>
                      <a:pt x="2" y="3902"/>
                    </a:cubicBezTo>
                    <a:cubicBezTo>
                      <a:pt x="2" y="3884"/>
                      <a:pt x="17" y="3869"/>
                      <a:pt x="35" y="3869"/>
                    </a:cubicBezTo>
                    <a:cubicBezTo>
                      <a:pt x="53" y="3869"/>
                      <a:pt x="68" y="3884"/>
                      <a:pt x="68" y="3902"/>
                    </a:cubicBezTo>
                    <a:close/>
                    <a:moveTo>
                      <a:pt x="68" y="4035"/>
                    </a:moveTo>
                    <a:lnTo>
                      <a:pt x="68" y="4036"/>
                    </a:lnTo>
                    <a:cubicBezTo>
                      <a:pt x="68" y="4054"/>
                      <a:pt x="53" y="4069"/>
                      <a:pt x="35" y="4069"/>
                    </a:cubicBezTo>
                    <a:cubicBezTo>
                      <a:pt x="17" y="4069"/>
                      <a:pt x="2" y="4054"/>
                      <a:pt x="2" y="4036"/>
                    </a:cubicBezTo>
                    <a:lnTo>
                      <a:pt x="2" y="4035"/>
                    </a:lnTo>
                    <a:cubicBezTo>
                      <a:pt x="2" y="4017"/>
                      <a:pt x="17" y="4002"/>
                      <a:pt x="35" y="4002"/>
                    </a:cubicBezTo>
                    <a:cubicBezTo>
                      <a:pt x="53" y="4002"/>
                      <a:pt x="68" y="4017"/>
                      <a:pt x="68" y="4035"/>
                    </a:cubicBezTo>
                    <a:close/>
                    <a:moveTo>
                      <a:pt x="68" y="4169"/>
                    </a:moveTo>
                    <a:lnTo>
                      <a:pt x="68" y="4169"/>
                    </a:lnTo>
                    <a:cubicBezTo>
                      <a:pt x="68" y="4187"/>
                      <a:pt x="54" y="4202"/>
                      <a:pt x="35" y="4202"/>
                    </a:cubicBezTo>
                    <a:cubicBezTo>
                      <a:pt x="17" y="4202"/>
                      <a:pt x="2" y="4187"/>
                      <a:pt x="2" y="4169"/>
                    </a:cubicBezTo>
                    <a:cubicBezTo>
                      <a:pt x="2" y="4150"/>
                      <a:pt x="17" y="4136"/>
                      <a:pt x="35" y="4136"/>
                    </a:cubicBezTo>
                    <a:cubicBezTo>
                      <a:pt x="54" y="4136"/>
                      <a:pt x="68" y="4150"/>
                      <a:pt x="68" y="4169"/>
                    </a:cubicBezTo>
                    <a:close/>
                    <a:moveTo>
                      <a:pt x="68" y="4302"/>
                    </a:moveTo>
                    <a:lnTo>
                      <a:pt x="68" y="4302"/>
                    </a:lnTo>
                    <a:cubicBezTo>
                      <a:pt x="68" y="4321"/>
                      <a:pt x="54" y="4336"/>
                      <a:pt x="35" y="4336"/>
                    </a:cubicBezTo>
                    <a:cubicBezTo>
                      <a:pt x="17" y="4336"/>
                      <a:pt x="2" y="4321"/>
                      <a:pt x="2" y="4302"/>
                    </a:cubicBezTo>
                    <a:cubicBezTo>
                      <a:pt x="2" y="4284"/>
                      <a:pt x="17" y="4269"/>
                      <a:pt x="35" y="4269"/>
                    </a:cubicBezTo>
                    <a:cubicBezTo>
                      <a:pt x="54" y="4269"/>
                      <a:pt x="68" y="4284"/>
                      <a:pt x="68" y="4302"/>
                    </a:cubicBezTo>
                    <a:close/>
                    <a:moveTo>
                      <a:pt x="69" y="4436"/>
                    </a:moveTo>
                    <a:lnTo>
                      <a:pt x="69" y="4436"/>
                    </a:lnTo>
                    <a:cubicBezTo>
                      <a:pt x="69" y="4454"/>
                      <a:pt x="54" y="4469"/>
                      <a:pt x="35" y="4469"/>
                    </a:cubicBezTo>
                    <a:cubicBezTo>
                      <a:pt x="17" y="4469"/>
                      <a:pt x="2" y="4454"/>
                      <a:pt x="2" y="4436"/>
                    </a:cubicBezTo>
                    <a:cubicBezTo>
                      <a:pt x="2" y="4417"/>
                      <a:pt x="17" y="4402"/>
                      <a:pt x="35" y="4402"/>
                    </a:cubicBezTo>
                    <a:cubicBezTo>
                      <a:pt x="54" y="4402"/>
                      <a:pt x="69" y="4417"/>
                      <a:pt x="69" y="4436"/>
                    </a:cubicBezTo>
                    <a:close/>
                    <a:moveTo>
                      <a:pt x="69" y="4569"/>
                    </a:moveTo>
                    <a:lnTo>
                      <a:pt x="69" y="4569"/>
                    </a:lnTo>
                    <a:cubicBezTo>
                      <a:pt x="69" y="4588"/>
                      <a:pt x="54" y="4602"/>
                      <a:pt x="35" y="4602"/>
                    </a:cubicBezTo>
                    <a:cubicBezTo>
                      <a:pt x="17" y="4602"/>
                      <a:pt x="2" y="4588"/>
                      <a:pt x="2" y="4569"/>
                    </a:cubicBezTo>
                    <a:cubicBezTo>
                      <a:pt x="2" y="4551"/>
                      <a:pt x="17" y="4536"/>
                      <a:pt x="35" y="4536"/>
                    </a:cubicBezTo>
                    <a:cubicBezTo>
                      <a:pt x="54" y="4536"/>
                      <a:pt x="69" y="4551"/>
                      <a:pt x="69" y="4569"/>
                    </a:cubicBezTo>
                    <a:close/>
                    <a:moveTo>
                      <a:pt x="69" y="4702"/>
                    </a:moveTo>
                    <a:lnTo>
                      <a:pt x="69" y="4703"/>
                    </a:lnTo>
                    <a:cubicBezTo>
                      <a:pt x="69" y="4721"/>
                      <a:pt x="54" y="4736"/>
                      <a:pt x="35" y="4736"/>
                    </a:cubicBezTo>
                    <a:cubicBezTo>
                      <a:pt x="17" y="4736"/>
                      <a:pt x="2" y="4721"/>
                      <a:pt x="2" y="4703"/>
                    </a:cubicBezTo>
                    <a:lnTo>
                      <a:pt x="2" y="4702"/>
                    </a:lnTo>
                    <a:cubicBezTo>
                      <a:pt x="2" y="4684"/>
                      <a:pt x="17" y="4669"/>
                      <a:pt x="35" y="4669"/>
                    </a:cubicBezTo>
                    <a:cubicBezTo>
                      <a:pt x="54" y="4669"/>
                      <a:pt x="69" y="4684"/>
                      <a:pt x="69" y="4702"/>
                    </a:cubicBezTo>
                    <a:close/>
                    <a:moveTo>
                      <a:pt x="69" y="4836"/>
                    </a:moveTo>
                    <a:lnTo>
                      <a:pt x="69" y="4836"/>
                    </a:lnTo>
                    <a:cubicBezTo>
                      <a:pt x="69" y="4854"/>
                      <a:pt x="54" y="4869"/>
                      <a:pt x="35" y="4869"/>
                    </a:cubicBezTo>
                    <a:cubicBezTo>
                      <a:pt x="17" y="4869"/>
                      <a:pt x="2" y="4854"/>
                      <a:pt x="2" y="4836"/>
                    </a:cubicBezTo>
                    <a:cubicBezTo>
                      <a:pt x="2" y="4817"/>
                      <a:pt x="17" y="4803"/>
                      <a:pt x="35" y="4803"/>
                    </a:cubicBezTo>
                    <a:cubicBezTo>
                      <a:pt x="54" y="4803"/>
                      <a:pt x="69" y="4817"/>
                      <a:pt x="69" y="4836"/>
                    </a:cubicBezTo>
                    <a:close/>
                    <a:moveTo>
                      <a:pt x="69" y="4969"/>
                    </a:moveTo>
                    <a:lnTo>
                      <a:pt x="69" y="4969"/>
                    </a:lnTo>
                    <a:cubicBezTo>
                      <a:pt x="69" y="4988"/>
                      <a:pt x="54" y="5003"/>
                      <a:pt x="35" y="5003"/>
                    </a:cubicBezTo>
                    <a:cubicBezTo>
                      <a:pt x="17" y="5003"/>
                      <a:pt x="2" y="4988"/>
                      <a:pt x="2" y="4969"/>
                    </a:cubicBezTo>
                    <a:cubicBezTo>
                      <a:pt x="2" y="4951"/>
                      <a:pt x="17" y="4936"/>
                      <a:pt x="35" y="4936"/>
                    </a:cubicBezTo>
                    <a:cubicBezTo>
                      <a:pt x="54" y="4936"/>
                      <a:pt x="69" y="4951"/>
                      <a:pt x="69" y="4969"/>
                    </a:cubicBezTo>
                    <a:close/>
                    <a:moveTo>
                      <a:pt x="69" y="5103"/>
                    </a:moveTo>
                    <a:lnTo>
                      <a:pt x="69" y="5103"/>
                    </a:lnTo>
                    <a:cubicBezTo>
                      <a:pt x="69" y="5121"/>
                      <a:pt x="54" y="5136"/>
                      <a:pt x="35" y="5136"/>
                    </a:cubicBezTo>
                    <a:cubicBezTo>
                      <a:pt x="17" y="5136"/>
                      <a:pt x="2" y="5121"/>
                      <a:pt x="2" y="5103"/>
                    </a:cubicBezTo>
                    <a:cubicBezTo>
                      <a:pt x="2" y="5084"/>
                      <a:pt x="17" y="5069"/>
                      <a:pt x="35" y="5069"/>
                    </a:cubicBezTo>
                    <a:cubicBezTo>
                      <a:pt x="54" y="5069"/>
                      <a:pt x="69" y="5084"/>
                      <a:pt x="69" y="5103"/>
                    </a:cubicBezTo>
                    <a:close/>
                    <a:moveTo>
                      <a:pt x="69" y="5236"/>
                    </a:moveTo>
                    <a:lnTo>
                      <a:pt x="69" y="5236"/>
                    </a:lnTo>
                    <a:cubicBezTo>
                      <a:pt x="69" y="5255"/>
                      <a:pt x="54" y="5269"/>
                      <a:pt x="36" y="5269"/>
                    </a:cubicBezTo>
                    <a:cubicBezTo>
                      <a:pt x="17" y="5269"/>
                      <a:pt x="2" y="5255"/>
                      <a:pt x="2" y="5236"/>
                    </a:cubicBezTo>
                    <a:cubicBezTo>
                      <a:pt x="2" y="5218"/>
                      <a:pt x="17" y="5203"/>
                      <a:pt x="36" y="5203"/>
                    </a:cubicBezTo>
                    <a:cubicBezTo>
                      <a:pt x="54" y="5203"/>
                      <a:pt x="69" y="5218"/>
                      <a:pt x="69" y="5236"/>
                    </a:cubicBezTo>
                    <a:close/>
                    <a:moveTo>
                      <a:pt x="69" y="5369"/>
                    </a:moveTo>
                    <a:lnTo>
                      <a:pt x="69" y="5370"/>
                    </a:lnTo>
                    <a:cubicBezTo>
                      <a:pt x="69" y="5388"/>
                      <a:pt x="54" y="5403"/>
                      <a:pt x="36" y="5403"/>
                    </a:cubicBezTo>
                    <a:cubicBezTo>
                      <a:pt x="17" y="5403"/>
                      <a:pt x="2" y="5388"/>
                      <a:pt x="2" y="5370"/>
                    </a:cubicBezTo>
                    <a:lnTo>
                      <a:pt x="2" y="5369"/>
                    </a:lnTo>
                    <a:cubicBezTo>
                      <a:pt x="2" y="5351"/>
                      <a:pt x="17" y="5336"/>
                      <a:pt x="36" y="5336"/>
                    </a:cubicBezTo>
                    <a:cubicBezTo>
                      <a:pt x="54" y="5336"/>
                      <a:pt x="69" y="5351"/>
                      <a:pt x="69" y="5369"/>
                    </a:cubicBezTo>
                    <a:close/>
                    <a:moveTo>
                      <a:pt x="69" y="5503"/>
                    </a:moveTo>
                    <a:lnTo>
                      <a:pt x="69" y="5503"/>
                    </a:lnTo>
                    <a:cubicBezTo>
                      <a:pt x="69" y="5521"/>
                      <a:pt x="54" y="5536"/>
                      <a:pt x="36" y="5536"/>
                    </a:cubicBezTo>
                    <a:cubicBezTo>
                      <a:pt x="17" y="5536"/>
                      <a:pt x="2" y="5521"/>
                      <a:pt x="2" y="5503"/>
                    </a:cubicBezTo>
                    <a:cubicBezTo>
                      <a:pt x="2" y="5484"/>
                      <a:pt x="17" y="5470"/>
                      <a:pt x="36" y="5470"/>
                    </a:cubicBezTo>
                    <a:cubicBezTo>
                      <a:pt x="54" y="5470"/>
                      <a:pt x="69" y="5484"/>
                      <a:pt x="69" y="5503"/>
                    </a:cubicBezTo>
                    <a:close/>
                    <a:moveTo>
                      <a:pt x="69" y="5636"/>
                    </a:moveTo>
                    <a:lnTo>
                      <a:pt x="69" y="5636"/>
                    </a:lnTo>
                    <a:cubicBezTo>
                      <a:pt x="69" y="5655"/>
                      <a:pt x="54" y="5670"/>
                      <a:pt x="36" y="5670"/>
                    </a:cubicBezTo>
                    <a:cubicBezTo>
                      <a:pt x="17" y="5670"/>
                      <a:pt x="2" y="5655"/>
                      <a:pt x="2" y="5636"/>
                    </a:cubicBezTo>
                    <a:cubicBezTo>
                      <a:pt x="2" y="5618"/>
                      <a:pt x="17" y="5603"/>
                      <a:pt x="36" y="5603"/>
                    </a:cubicBezTo>
                    <a:cubicBezTo>
                      <a:pt x="54" y="5603"/>
                      <a:pt x="69" y="5618"/>
                      <a:pt x="69" y="5636"/>
                    </a:cubicBezTo>
                    <a:close/>
                    <a:moveTo>
                      <a:pt x="69" y="5770"/>
                    </a:moveTo>
                    <a:lnTo>
                      <a:pt x="69" y="5770"/>
                    </a:lnTo>
                    <a:cubicBezTo>
                      <a:pt x="69" y="5788"/>
                      <a:pt x="54" y="5803"/>
                      <a:pt x="36" y="5803"/>
                    </a:cubicBezTo>
                    <a:cubicBezTo>
                      <a:pt x="17" y="5803"/>
                      <a:pt x="2" y="5788"/>
                      <a:pt x="2" y="5770"/>
                    </a:cubicBezTo>
                    <a:cubicBezTo>
                      <a:pt x="2" y="5751"/>
                      <a:pt x="17" y="5736"/>
                      <a:pt x="36" y="5736"/>
                    </a:cubicBezTo>
                    <a:cubicBezTo>
                      <a:pt x="54" y="5736"/>
                      <a:pt x="69" y="5751"/>
                      <a:pt x="69" y="5770"/>
                    </a:cubicBezTo>
                    <a:close/>
                    <a:moveTo>
                      <a:pt x="69" y="5903"/>
                    </a:moveTo>
                    <a:lnTo>
                      <a:pt x="69" y="5903"/>
                    </a:lnTo>
                    <a:cubicBezTo>
                      <a:pt x="69" y="5922"/>
                      <a:pt x="54" y="5936"/>
                      <a:pt x="36" y="5936"/>
                    </a:cubicBezTo>
                    <a:cubicBezTo>
                      <a:pt x="17" y="5936"/>
                      <a:pt x="2" y="5922"/>
                      <a:pt x="2" y="5903"/>
                    </a:cubicBezTo>
                    <a:cubicBezTo>
                      <a:pt x="2" y="5885"/>
                      <a:pt x="17" y="5870"/>
                      <a:pt x="36" y="5870"/>
                    </a:cubicBezTo>
                    <a:cubicBezTo>
                      <a:pt x="54" y="5870"/>
                      <a:pt x="69" y="5885"/>
                      <a:pt x="69" y="5903"/>
                    </a:cubicBezTo>
                    <a:close/>
                    <a:moveTo>
                      <a:pt x="69" y="6036"/>
                    </a:moveTo>
                    <a:lnTo>
                      <a:pt x="69" y="6037"/>
                    </a:lnTo>
                    <a:cubicBezTo>
                      <a:pt x="69" y="6055"/>
                      <a:pt x="54" y="6070"/>
                      <a:pt x="36" y="6070"/>
                    </a:cubicBezTo>
                    <a:cubicBezTo>
                      <a:pt x="17" y="6070"/>
                      <a:pt x="3" y="6055"/>
                      <a:pt x="3" y="6037"/>
                    </a:cubicBezTo>
                    <a:lnTo>
                      <a:pt x="3" y="6036"/>
                    </a:lnTo>
                    <a:cubicBezTo>
                      <a:pt x="3" y="6018"/>
                      <a:pt x="17" y="6003"/>
                      <a:pt x="36" y="6003"/>
                    </a:cubicBezTo>
                    <a:cubicBezTo>
                      <a:pt x="54" y="6003"/>
                      <a:pt x="69" y="6018"/>
                      <a:pt x="69" y="6036"/>
                    </a:cubicBezTo>
                    <a:close/>
                    <a:moveTo>
                      <a:pt x="69" y="6170"/>
                    </a:moveTo>
                    <a:lnTo>
                      <a:pt x="69" y="6170"/>
                    </a:lnTo>
                    <a:cubicBezTo>
                      <a:pt x="69" y="6188"/>
                      <a:pt x="54" y="6203"/>
                      <a:pt x="36" y="6203"/>
                    </a:cubicBezTo>
                    <a:cubicBezTo>
                      <a:pt x="17" y="6203"/>
                      <a:pt x="3" y="6188"/>
                      <a:pt x="3" y="6170"/>
                    </a:cubicBezTo>
                    <a:cubicBezTo>
                      <a:pt x="3" y="6151"/>
                      <a:pt x="17" y="6137"/>
                      <a:pt x="36" y="6137"/>
                    </a:cubicBezTo>
                    <a:cubicBezTo>
                      <a:pt x="54" y="6137"/>
                      <a:pt x="69" y="6151"/>
                      <a:pt x="69" y="6170"/>
                    </a:cubicBezTo>
                    <a:close/>
                    <a:moveTo>
                      <a:pt x="69" y="6303"/>
                    </a:moveTo>
                    <a:lnTo>
                      <a:pt x="69" y="6303"/>
                    </a:lnTo>
                    <a:cubicBezTo>
                      <a:pt x="69" y="6322"/>
                      <a:pt x="54" y="6337"/>
                      <a:pt x="36" y="6337"/>
                    </a:cubicBezTo>
                    <a:cubicBezTo>
                      <a:pt x="18" y="6337"/>
                      <a:pt x="3" y="6322"/>
                      <a:pt x="3" y="6303"/>
                    </a:cubicBezTo>
                    <a:cubicBezTo>
                      <a:pt x="3" y="6285"/>
                      <a:pt x="18" y="6270"/>
                      <a:pt x="36" y="6270"/>
                    </a:cubicBezTo>
                    <a:cubicBezTo>
                      <a:pt x="54" y="6270"/>
                      <a:pt x="69" y="6285"/>
                      <a:pt x="69" y="6303"/>
                    </a:cubicBezTo>
                    <a:close/>
                    <a:moveTo>
                      <a:pt x="69" y="6437"/>
                    </a:moveTo>
                    <a:lnTo>
                      <a:pt x="69" y="6437"/>
                    </a:lnTo>
                    <a:cubicBezTo>
                      <a:pt x="69" y="6455"/>
                      <a:pt x="54" y="6470"/>
                      <a:pt x="36" y="6470"/>
                    </a:cubicBezTo>
                    <a:cubicBezTo>
                      <a:pt x="18" y="6470"/>
                      <a:pt x="3" y="6455"/>
                      <a:pt x="3" y="6437"/>
                    </a:cubicBezTo>
                    <a:cubicBezTo>
                      <a:pt x="3" y="6418"/>
                      <a:pt x="18" y="6403"/>
                      <a:pt x="36" y="6403"/>
                    </a:cubicBezTo>
                    <a:cubicBezTo>
                      <a:pt x="54" y="6403"/>
                      <a:pt x="69" y="6418"/>
                      <a:pt x="69" y="6437"/>
                    </a:cubicBezTo>
                    <a:close/>
                    <a:moveTo>
                      <a:pt x="69" y="6570"/>
                    </a:moveTo>
                    <a:lnTo>
                      <a:pt x="69" y="6570"/>
                    </a:lnTo>
                    <a:cubicBezTo>
                      <a:pt x="69" y="6589"/>
                      <a:pt x="54" y="6603"/>
                      <a:pt x="36" y="6603"/>
                    </a:cubicBezTo>
                    <a:cubicBezTo>
                      <a:pt x="18" y="6603"/>
                      <a:pt x="3" y="6589"/>
                      <a:pt x="3" y="6570"/>
                    </a:cubicBezTo>
                    <a:cubicBezTo>
                      <a:pt x="3" y="6552"/>
                      <a:pt x="18" y="6537"/>
                      <a:pt x="36" y="6537"/>
                    </a:cubicBezTo>
                    <a:cubicBezTo>
                      <a:pt x="54" y="6537"/>
                      <a:pt x="69" y="6552"/>
                      <a:pt x="69" y="6570"/>
                    </a:cubicBezTo>
                    <a:close/>
                    <a:moveTo>
                      <a:pt x="69" y="6703"/>
                    </a:moveTo>
                    <a:lnTo>
                      <a:pt x="69" y="6704"/>
                    </a:lnTo>
                    <a:cubicBezTo>
                      <a:pt x="69" y="6722"/>
                      <a:pt x="55" y="6737"/>
                      <a:pt x="36" y="6737"/>
                    </a:cubicBezTo>
                    <a:cubicBezTo>
                      <a:pt x="18" y="6737"/>
                      <a:pt x="3" y="6722"/>
                      <a:pt x="3" y="6704"/>
                    </a:cubicBezTo>
                    <a:lnTo>
                      <a:pt x="3" y="6703"/>
                    </a:lnTo>
                    <a:cubicBezTo>
                      <a:pt x="3" y="6685"/>
                      <a:pt x="18" y="6670"/>
                      <a:pt x="36" y="6670"/>
                    </a:cubicBezTo>
                    <a:cubicBezTo>
                      <a:pt x="55" y="6670"/>
                      <a:pt x="69" y="6685"/>
                      <a:pt x="69" y="6703"/>
                    </a:cubicBezTo>
                    <a:close/>
                    <a:moveTo>
                      <a:pt x="69" y="6837"/>
                    </a:moveTo>
                    <a:lnTo>
                      <a:pt x="69" y="6837"/>
                    </a:lnTo>
                    <a:cubicBezTo>
                      <a:pt x="69" y="6855"/>
                      <a:pt x="55" y="6870"/>
                      <a:pt x="36" y="6870"/>
                    </a:cubicBezTo>
                    <a:cubicBezTo>
                      <a:pt x="18" y="6870"/>
                      <a:pt x="3" y="6855"/>
                      <a:pt x="3" y="6837"/>
                    </a:cubicBezTo>
                    <a:cubicBezTo>
                      <a:pt x="3" y="6818"/>
                      <a:pt x="18" y="6804"/>
                      <a:pt x="36" y="6804"/>
                    </a:cubicBezTo>
                    <a:cubicBezTo>
                      <a:pt x="55" y="6804"/>
                      <a:pt x="69" y="6818"/>
                      <a:pt x="69" y="6837"/>
                    </a:cubicBezTo>
                    <a:close/>
                    <a:moveTo>
                      <a:pt x="70" y="6970"/>
                    </a:moveTo>
                    <a:lnTo>
                      <a:pt x="70" y="6970"/>
                    </a:lnTo>
                    <a:cubicBezTo>
                      <a:pt x="70" y="6989"/>
                      <a:pt x="55" y="7004"/>
                      <a:pt x="36" y="7004"/>
                    </a:cubicBezTo>
                    <a:cubicBezTo>
                      <a:pt x="18" y="7004"/>
                      <a:pt x="3" y="6989"/>
                      <a:pt x="3" y="6970"/>
                    </a:cubicBezTo>
                    <a:cubicBezTo>
                      <a:pt x="3" y="6952"/>
                      <a:pt x="18" y="6937"/>
                      <a:pt x="36" y="6937"/>
                    </a:cubicBezTo>
                    <a:cubicBezTo>
                      <a:pt x="55" y="6937"/>
                      <a:pt x="70" y="6952"/>
                      <a:pt x="70" y="6970"/>
                    </a:cubicBezTo>
                    <a:close/>
                    <a:moveTo>
                      <a:pt x="70" y="7104"/>
                    </a:moveTo>
                    <a:lnTo>
                      <a:pt x="70" y="7104"/>
                    </a:lnTo>
                    <a:cubicBezTo>
                      <a:pt x="70" y="7122"/>
                      <a:pt x="55" y="7137"/>
                      <a:pt x="36" y="7137"/>
                    </a:cubicBezTo>
                    <a:cubicBezTo>
                      <a:pt x="18" y="7137"/>
                      <a:pt x="3" y="7122"/>
                      <a:pt x="3" y="7104"/>
                    </a:cubicBezTo>
                    <a:cubicBezTo>
                      <a:pt x="3" y="7085"/>
                      <a:pt x="18" y="7070"/>
                      <a:pt x="36" y="7070"/>
                    </a:cubicBezTo>
                    <a:cubicBezTo>
                      <a:pt x="55" y="7070"/>
                      <a:pt x="70" y="7085"/>
                      <a:pt x="70" y="7104"/>
                    </a:cubicBezTo>
                    <a:close/>
                    <a:moveTo>
                      <a:pt x="70" y="7237"/>
                    </a:moveTo>
                    <a:lnTo>
                      <a:pt x="70" y="7237"/>
                    </a:lnTo>
                    <a:cubicBezTo>
                      <a:pt x="70" y="7256"/>
                      <a:pt x="55" y="7270"/>
                      <a:pt x="36" y="7270"/>
                    </a:cubicBezTo>
                    <a:cubicBezTo>
                      <a:pt x="18" y="7270"/>
                      <a:pt x="3" y="7256"/>
                      <a:pt x="3" y="7237"/>
                    </a:cubicBezTo>
                    <a:cubicBezTo>
                      <a:pt x="3" y="7219"/>
                      <a:pt x="18" y="7204"/>
                      <a:pt x="36" y="7204"/>
                    </a:cubicBezTo>
                    <a:cubicBezTo>
                      <a:pt x="55" y="7204"/>
                      <a:pt x="70" y="7219"/>
                      <a:pt x="70" y="7237"/>
                    </a:cubicBezTo>
                    <a:close/>
                    <a:moveTo>
                      <a:pt x="70" y="7370"/>
                    </a:moveTo>
                    <a:lnTo>
                      <a:pt x="70" y="7371"/>
                    </a:lnTo>
                    <a:cubicBezTo>
                      <a:pt x="70" y="7389"/>
                      <a:pt x="55" y="7404"/>
                      <a:pt x="36" y="7404"/>
                    </a:cubicBezTo>
                    <a:cubicBezTo>
                      <a:pt x="18" y="7404"/>
                      <a:pt x="3" y="7389"/>
                      <a:pt x="3" y="7371"/>
                    </a:cubicBezTo>
                    <a:lnTo>
                      <a:pt x="3" y="7370"/>
                    </a:lnTo>
                    <a:cubicBezTo>
                      <a:pt x="3" y="7352"/>
                      <a:pt x="18" y="7337"/>
                      <a:pt x="36" y="7337"/>
                    </a:cubicBezTo>
                    <a:cubicBezTo>
                      <a:pt x="55" y="7337"/>
                      <a:pt x="70" y="7352"/>
                      <a:pt x="70" y="7370"/>
                    </a:cubicBezTo>
                    <a:close/>
                    <a:moveTo>
                      <a:pt x="70" y="7504"/>
                    </a:moveTo>
                    <a:lnTo>
                      <a:pt x="70" y="7504"/>
                    </a:lnTo>
                    <a:cubicBezTo>
                      <a:pt x="70" y="7522"/>
                      <a:pt x="55" y="7537"/>
                      <a:pt x="36" y="7537"/>
                    </a:cubicBezTo>
                    <a:cubicBezTo>
                      <a:pt x="18" y="7537"/>
                      <a:pt x="3" y="7522"/>
                      <a:pt x="3" y="7504"/>
                    </a:cubicBezTo>
                    <a:cubicBezTo>
                      <a:pt x="3" y="7485"/>
                      <a:pt x="18" y="7471"/>
                      <a:pt x="36" y="7471"/>
                    </a:cubicBezTo>
                    <a:cubicBezTo>
                      <a:pt x="55" y="7471"/>
                      <a:pt x="70" y="7485"/>
                      <a:pt x="70" y="7504"/>
                    </a:cubicBezTo>
                    <a:close/>
                    <a:moveTo>
                      <a:pt x="70" y="7637"/>
                    </a:moveTo>
                    <a:lnTo>
                      <a:pt x="70" y="7637"/>
                    </a:lnTo>
                    <a:cubicBezTo>
                      <a:pt x="70" y="7656"/>
                      <a:pt x="55" y="7671"/>
                      <a:pt x="36" y="7671"/>
                    </a:cubicBezTo>
                    <a:cubicBezTo>
                      <a:pt x="18" y="7671"/>
                      <a:pt x="3" y="7656"/>
                      <a:pt x="3" y="7637"/>
                    </a:cubicBezTo>
                    <a:cubicBezTo>
                      <a:pt x="3" y="7619"/>
                      <a:pt x="18" y="7604"/>
                      <a:pt x="36" y="7604"/>
                    </a:cubicBezTo>
                    <a:cubicBezTo>
                      <a:pt x="55" y="7604"/>
                      <a:pt x="70" y="7619"/>
                      <a:pt x="70" y="7637"/>
                    </a:cubicBezTo>
                    <a:close/>
                    <a:moveTo>
                      <a:pt x="70" y="7771"/>
                    </a:moveTo>
                    <a:lnTo>
                      <a:pt x="70" y="7771"/>
                    </a:lnTo>
                    <a:cubicBezTo>
                      <a:pt x="70" y="7789"/>
                      <a:pt x="55" y="7804"/>
                      <a:pt x="37" y="7804"/>
                    </a:cubicBezTo>
                    <a:cubicBezTo>
                      <a:pt x="18" y="7804"/>
                      <a:pt x="3" y="7789"/>
                      <a:pt x="3" y="7771"/>
                    </a:cubicBezTo>
                    <a:cubicBezTo>
                      <a:pt x="3" y="7752"/>
                      <a:pt x="18" y="7737"/>
                      <a:pt x="37" y="7737"/>
                    </a:cubicBezTo>
                    <a:cubicBezTo>
                      <a:pt x="55" y="7737"/>
                      <a:pt x="70" y="7752"/>
                      <a:pt x="70" y="7771"/>
                    </a:cubicBezTo>
                    <a:close/>
                    <a:moveTo>
                      <a:pt x="70" y="7904"/>
                    </a:moveTo>
                    <a:lnTo>
                      <a:pt x="70" y="7904"/>
                    </a:lnTo>
                    <a:cubicBezTo>
                      <a:pt x="70" y="7923"/>
                      <a:pt x="55" y="7937"/>
                      <a:pt x="37" y="7937"/>
                    </a:cubicBezTo>
                    <a:cubicBezTo>
                      <a:pt x="18" y="7937"/>
                      <a:pt x="3" y="7923"/>
                      <a:pt x="3" y="7904"/>
                    </a:cubicBezTo>
                    <a:cubicBezTo>
                      <a:pt x="3" y="7886"/>
                      <a:pt x="18" y="7871"/>
                      <a:pt x="37" y="7871"/>
                    </a:cubicBezTo>
                    <a:cubicBezTo>
                      <a:pt x="55" y="7871"/>
                      <a:pt x="70" y="7886"/>
                      <a:pt x="70" y="7904"/>
                    </a:cubicBezTo>
                    <a:close/>
                    <a:moveTo>
                      <a:pt x="70" y="8037"/>
                    </a:moveTo>
                    <a:lnTo>
                      <a:pt x="70" y="8038"/>
                    </a:lnTo>
                    <a:cubicBezTo>
                      <a:pt x="70" y="8056"/>
                      <a:pt x="55" y="8071"/>
                      <a:pt x="37" y="8071"/>
                    </a:cubicBezTo>
                    <a:cubicBezTo>
                      <a:pt x="18" y="8071"/>
                      <a:pt x="3" y="8056"/>
                      <a:pt x="3" y="8038"/>
                    </a:cubicBezTo>
                    <a:lnTo>
                      <a:pt x="3" y="8037"/>
                    </a:lnTo>
                    <a:cubicBezTo>
                      <a:pt x="3" y="8019"/>
                      <a:pt x="18" y="8004"/>
                      <a:pt x="37" y="8004"/>
                    </a:cubicBezTo>
                    <a:cubicBezTo>
                      <a:pt x="55" y="8004"/>
                      <a:pt x="70" y="8019"/>
                      <a:pt x="70" y="8037"/>
                    </a:cubicBezTo>
                    <a:close/>
                    <a:moveTo>
                      <a:pt x="70" y="8171"/>
                    </a:moveTo>
                    <a:lnTo>
                      <a:pt x="70" y="8171"/>
                    </a:lnTo>
                    <a:cubicBezTo>
                      <a:pt x="70" y="8189"/>
                      <a:pt x="55" y="8204"/>
                      <a:pt x="37" y="8204"/>
                    </a:cubicBezTo>
                    <a:cubicBezTo>
                      <a:pt x="18" y="8204"/>
                      <a:pt x="3" y="8189"/>
                      <a:pt x="3" y="8171"/>
                    </a:cubicBezTo>
                    <a:cubicBezTo>
                      <a:pt x="3" y="8152"/>
                      <a:pt x="18" y="8138"/>
                      <a:pt x="37" y="8138"/>
                    </a:cubicBezTo>
                    <a:cubicBezTo>
                      <a:pt x="55" y="8138"/>
                      <a:pt x="70" y="8152"/>
                      <a:pt x="70" y="8171"/>
                    </a:cubicBezTo>
                    <a:close/>
                    <a:moveTo>
                      <a:pt x="70" y="8304"/>
                    </a:moveTo>
                    <a:lnTo>
                      <a:pt x="70" y="8304"/>
                    </a:lnTo>
                    <a:cubicBezTo>
                      <a:pt x="70" y="8323"/>
                      <a:pt x="55" y="8338"/>
                      <a:pt x="37" y="8338"/>
                    </a:cubicBezTo>
                    <a:cubicBezTo>
                      <a:pt x="18" y="8338"/>
                      <a:pt x="3" y="8323"/>
                      <a:pt x="3" y="8304"/>
                    </a:cubicBezTo>
                    <a:cubicBezTo>
                      <a:pt x="3" y="8286"/>
                      <a:pt x="18" y="8271"/>
                      <a:pt x="37" y="8271"/>
                    </a:cubicBezTo>
                    <a:cubicBezTo>
                      <a:pt x="55" y="8271"/>
                      <a:pt x="70" y="8286"/>
                      <a:pt x="70" y="8304"/>
                    </a:cubicBezTo>
                    <a:close/>
                  </a:path>
                </a:pathLst>
              </a:custGeom>
              <a:solidFill>
                <a:srgbClr val="000000"/>
              </a:solidFill>
              <a:ln w="4763">
                <a:solidFill>
                  <a:srgbClr val="000000"/>
                </a:solidFill>
                <a:bevel/>
                <a:headEnd/>
                <a:tailEnd/>
              </a:ln>
            </p:spPr>
            <p:txBody>
              <a:bodyPr/>
              <a:lstStyle/>
              <a:p>
                <a:endParaRPr lang="ru-RU"/>
              </a:p>
            </p:txBody>
          </p:sp>
          <p:sp>
            <p:nvSpPr>
              <p:cNvPr id="38943" name="Freeform 30"/>
              <p:cNvSpPr>
                <a:spLocks noEditPoints="1"/>
              </p:cNvSpPr>
              <p:nvPr/>
            </p:nvSpPr>
            <p:spPr bwMode="auto">
              <a:xfrm>
                <a:off x="1536700" y="3690938"/>
                <a:ext cx="368300" cy="119062"/>
              </a:xfrm>
              <a:custGeom>
                <a:avLst/>
                <a:gdLst>
                  <a:gd name="T0" fmla="*/ 2147483647 w 1230"/>
                  <a:gd name="T1" fmla="*/ 2147483647 h 400"/>
                  <a:gd name="T2" fmla="*/ 2147483647 w 1230"/>
                  <a:gd name="T3" fmla="*/ 2147483647 h 400"/>
                  <a:gd name="T4" fmla="*/ 2147483647 w 1230"/>
                  <a:gd name="T5" fmla="*/ 2147483647 h 400"/>
                  <a:gd name="T6" fmla="*/ 2147483647 w 1230"/>
                  <a:gd name="T7" fmla="*/ 2147483647 h 400"/>
                  <a:gd name="T8" fmla="*/ 2147483647 w 1230"/>
                  <a:gd name="T9" fmla="*/ 2147483647 h 400"/>
                  <a:gd name="T10" fmla="*/ 0 w 1230"/>
                  <a:gd name="T11" fmla="*/ 2147483647 h 400"/>
                  <a:gd name="T12" fmla="*/ 2147483647 w 1230"/>
                  <a:gd name="T13" fmla="*/ 2147483647 h 400"/>
                  <a:gd name="T14" fmla="*/ 2147483647 w 1230"/>
                  <a:gd name="T15" fmla="*/ 0 h 400"/>
                  <a:gd name="T16" fmla="*/ 2147483647 w 1230"/>
                  <a:gd name="T17" fmla="*/ 2147483647 h 400"/>
                  <a:gd name="T18" fmla="*/ 2147483647 w 1230"/>
                  <a:gd name="T19" fmla="*/ 2147483647 h 400"/>
                  <a:gd name="T20" fmla="*/ 2147483647 w 1230"/>
                  <a:gd name="T21" fmla="*/ 0 h 4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30"/>
                  <a:gd name="T34" fmla="*/ 0 h 400"/>
                  <a:gd name="T35" fmla="*/ 1230 w 1230"/>
                  <a:gd name="T36" fmla="*/ 400 h 4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30" h="400">
                    <a:moveTo>
                      <a:pt x="33" y="178"/>
                    </a:moveTo>
                    <a:lnTo>
                      <a:pt x="896" y="166"/>
                    </a:lnTo>
                    <a:cubicBezTo>
                      <a:pt x="914" y="166"/>
                      <a:pt x="930" y="181"/>
                      <a:pt x="930" y="199"/>
                    </a:cubicBezTo>
                    <a:cubicBezTo>
                      <a:pt x="930" y="217"/>
                      <a:pt x="915" y="233"/>
                      <a:pt x="897" y="233"/>
                    </a:cubicBezTo>
                    <a:lnTo>
                      <a:pt x="34" y="245"/>
                    </a:lnTo>
                    <a:cubicBezTo>
                      <a:pt x="15" y="245"/>
                      <a:pt x="0" y="230"/>
                      <a:pt x="0" y="212"/>
                    </a:cubicBezTo>
                    <a:cubicBezTo>
                      <a:pt x="0" y="194"/>
                      <a:pt x="14" y="178"/>
                      <a:pt x="33" y="178"/>
                    </a:cubicBezTo>
                    <a:close/>
                    <a:moveTo>
                      <a:pt x="827" y="0"/>
                    </a:moveTo>
                    <a:lnTo>
                      <a:pt x="1230" y="195"/>
                    </a:lnTo>
                    <a:lnTo>
                      <a:pt x="833" y="400"/>
                    </a:lnTo>
                    <a:lnTo>
                      <a:pt x="827" y="0"/>
                    </a:lnTo>
                    <a:close/>
                  </a:path>
                </a:pathLst>
              </a:custGeom>
              <a:solidFill>
                <a:srgbClr val="000000"/>
              </a:solidFill>
              <a:ln w="4763">
                <a:solidFill>
                  <a:srgbClr val="000000"/>
                </a:solidFill>
                <a:bevel/>
                <a:headEnd/>
                <a:tailEnd/>
              </a:ln>
            </p:spPr>
            <p:txBody>
              <a:bodyPr/>
              <a:lstStyle/>
              <a:p>
                <a:endParaRPr lang="ru-RU"/>
              </a:p>
            </p:txBody>
          </p:sp>
          <p:sp>
            <p:nvSpPr>
              <p:cNvPr id="38944" name="Freeform 31"/>
              <p:cNvSpPr>
                <a:spLocks noEditPoints="1"/>
              </p:cNvSpPr>
              <p:nvPr/>
            </p:nvSpPr>
            <p:spPr bwMode="auto">
              <a:xfrm>
                <a:off x="5246687" y="3660775"/>
                <a:ext cx="368300" cy="119063"/>
              </a:xfrm>
              <a:custGeom>
                <a:avLst/>
                <a:gdLst>
                  <a:gd name="T0" fmla="*/ 2147483647 w 1230"/>
                  <a:gd name="T1" fmla="*/ 2147483647 h 400"/>
                  <a:gd name="T2" fmla="*/ 2147483647 w 1230"/>
                  <a:gd name="T3" fmla="*/ 2147483647 h 400"/>
                  <a:gd name="T4" fmla="*/ 2147483647 w 1230"/>
                  <a:gd name="T5" fmla="*/ 2147483647 h 400"/>
                  <a:gd name="T6" fmla="*/ 2147483647 w 1230"/>
                  <a:gd name="T7" fmla="*/ 2147483647 h 400"/>
                  <a:gd name="T8" fmla="*/ 2147483647 w 1230"/>
                  <a:gd name="T9" fmla="*/ 2147483647 h 400"/>
                  <a:gd name="T10" fmla="*/ 0 w 1230"/>
                  <a:gd name="T11" fmla="*/ 2147483647 h 400"/>
                  <a:gd name="T12" fmla="*/ 2147483647 w 1230"/>
                  <a:gd name="T13" fmla="*/ 2147483647 h 400"/>
                  <a:gd name="T14" fmla="*/ 2147483647 w 1230"/>
                  <a:gd name="T15" fmla="*/ 0 h 400"/>
                  <a:gd name="T16" fmla="*/ 2147483647 w 1230"/>
                  <a:gd name="T17" fmla="*/ 2147483647 h 400"/>
                  <a:gd name="T18" fmla="*/ 2147483647 w 1230"/>
                  <a:gd name="T19" fmla="*/ 2147483647 h 400"/>
                  <a:gd name="T20" fmla="*/ 2147483647 w 1230"/>
                  <a:gd name="T21" fmla="*/ 0 h 4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30"/>
                  <a:gd name="T34" fmla="*/ 0 h 400"/>
                  <a:gd name="T35" fmla="*/ 1230 w 1230"/>
                  <a:gd name="T36" fmla="*/ 400 h 4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30" h="400">
                    <a:moveTo>
                      <a:pt x="33" y="178"/>
                    </a:moveTo>
                    <a:lnTo>
                      <a:pt x="896" y="166"/>
                    </a:lnTo>
                    <a:cubicBezTo>
                      <a:pt x="914" y="166"/>
                      <a:pt x="930" y="181"/>
                      <a:pt x="930" y="199"/>
                    </a:cubicBezTo>
                    <a:cubicBezTo>
                      <a:pt x="930" y="217"/>
                      <a:pt x="915" y="233"/>
                      <a:pt x="897" y="233"/>
                    </a:cubicBezTo>
                    <a:lnTo>
                      <a:pt x="34" y="245"/>
                    </a:lnTo>
                    <a:cubicBezTo>
                      <a:pt x="15" y="245"/>
                      <a:pt x="0" y="230"/>
                      <a:pt x="0" y="212"/>
                    </a:cubicBezTo>
                    <a:cubicBezTo>
                      <a:pt x="0" y="194"/>
                      <a:pt x="14" y="178"/>
                      <a:pt x="33" y="178"/>
                    </a:cubicBezTo>
                    <a:close/>
                    <a:moveTo>
                      <a:pt x="827" y="0"/>
                    </a:moveTo>
                    <a:lnTo>
                      <a:pt x="1230" y="195"/>
                    </a:lnTo>
                    <a:lnTo>
                      <a:pt x="833" y="400"/>
                    </a:lnTo>
                    <a:lnTo>
                      <a:pt x="827" y="0"/>
                    </a:lnTo>
                    <a:close/>
                  </a:path>
                </a:pathLst>
              </a:custGeom>
              <a:solidFill>
                <a:srgbClr val="000000"/>
              </a:solidFill>
              <a:ln w="4763">
                <a:solidFill>
                  <a:srgbClr val="000000"/>
                </a:solidFill>
                <a:bevel/>
                <a:headEnd/>
                <a:tailEnd/>
              </a:ln>
            </p:spPr>
            <p:txBody>
              <a:bodyPr/>
              <a:lstStyle/>
              <a:p>
                <a:endParaRPr lang="ru-RU"/>
              </a:p>
            </p:txBody>
          </p:sp>
          <p:sp>
            <p:nvSpPr>
              <p:cNvPr id="38945" name="Freeform 32"/>
              <p:cNvSpPr>
                <a:spLocks noEditPoints="1"/>
              </p:cNvSpPr>
              <p:nvPr/>
            </p:nvSpPr>
            <p:spPr bwMode="auto">
              <a:xfrm>
                <a:off x="4000500" y="3670300"/>
                <a:ext cx="368300" cy="119063"/>
              </a:xfrm>
              <a:custGeom>
                <a:avLst/>
                <a:gdLst>
                  <a:gd name="T0" fmla="*/ 2147483647 w 1230"/>
                  <a:gd name="T1" fmla="*/ 2147483647 h 400"/>
                  <a:gd name="T2" fmla="*/ 2147483647 w 1230"/>
                  <a:gd name="T3" fmla="*/ 2147483647 h 400"/>
                  <a:gd name="T4" fmla="*/ 2147483647 w 1230"/>
                  <a:gd name="T5" fmla="*/ 2147483647 h 400"/>
                  <a:gd name="T6" fmla="*/ 2147483647 w 1230"/>
                  <a:gd name="T7" fmla="*/ 2147483647 h 400"/>
                  <a:gd name="T8" fmla="*/ 2147483647 w 1230"/>
                  <a:gd name="T9" fmla="*/ 2147483647 h 400"/>
                  <a:gd name="T10" fmla="*/ 0 w 1230"/>
                  <a:gd name="T11" fmla="*/ 2147483647 h 400"/>
                  <a:gd name="T12" fmla="*/ 2147483647 w 1230"/>
                  <a:gd name="T13" fmla="*/ 2147483647 h 400"/>
                  <a:gd name="T14" fmla="*/ 2147483647 w 1230"/>
                  <a:gd name="T15" fmla="*/ 0 h 400"/>
                  <a:gd name="T16" fmla="*/ 2147483647 w 1230"/>
                  <a:gd name="T17" fmla="*/ 2147483647 h 400"/>
                  <a:gd name="T18" fmla="*/ 2147483647 w 1230"/>
                  <a:gd name="T19" fmla="*/ 2147483647 h 400"/>
                  <a:gd name="T20" fmla="*/ 2147483647 w 1230"/>
                  <a:gd name="T21" fmla="*/ 0 h 4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30"/>
                  <a:gd name="T34" fmla="*/ 0 h 400"/>
                  <a:gd name="T35" fmla="*/ 1230 w 1230"/>
                  <a:gd name="T36" fmla="*/ 400 h 4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30" h="400">
                    <a:moveTo>
                      <a:pt x="33" y="178"/>
                    </a:moveTo>
                    <a:lnTo>
                      <a:pt x="896" y="166"/>
                    </a:lnTo>
                    <a:cubicBezTo>
                      <a:pt x="914" y="166"/>
                      <a:pt x="930" y="181"/>
                      <a:pt x="930" y="199"/>
                    </a:cubicBezTo>
                    <a:cubicBezTo>
                      <a:pt x="930" y="217"/>
                      <a:pt x="915" y="233"/>
                      <a:pt x="897" y="233"/>
                    </a:cubicBezTo>
                    <a:lnTo>
                      <a:pt x="34" y="245"/>
                    </a:lnTo>
                    <a:cubicBezTo>
                      <a:pt x="15" y="245"/>
                      <a:pt x="0" y="230"/>
                      <a:pt x="0" y="212"/>
                    </a:cubicBezTo>
                    <a:cubicBezTo>
                      <a:pt x="0" y="194"/>
                      <a:pt x="14" y="178"/>
                      <a:pt x="33" y="178"/>
                    </a:cubicBezTo>
                    <a:close/>
                    <a:moveTo>
                      <a:pt x="827" y="0"/>
                    </a:moveTo>
                    <a:lnTo>
                      <a:pt x="1230" y="195"/>
                    </a:lnTo>
                    <a:lnTo>
                      <a:pt x="833" y="400"/>
                    </a:lnTo>
                    <a:lnTo>
                      <a:pt x="827" y="0"/>
                    </a:lnTo>
                    <a:close/>
                  </a:path>
                </a:pathLst>
              </a:custGeom>
              <a:solidFill>
                <a:srgbClr val="000000"/>
              </a:solidFill>
              <a:ln w="4763">
                <a:solidFill>
                  <a:srgbClr val="000000"/>
                </a:solidFill>
                <a:bevel/>
                <a:headEnd/>
                <a:tailEnd/>
              </a:ln>
            </p:spPr>
            <p:txBody>
              <a:bodyPr/>
              <a:lstStyle/>
              <a:p>
                <a:endParaRPr lang="ru-RU"/>
              </a:p>
            </p:txBody>
          </p:sp>
          <p:sp>
            <p:nvSpPr>
              <p:cNvPr id="38946" name="Freeform 33"/>
              <p:cNvSpPr>
                <a:spLocks noEditPoints="1"/>
              </p:cNvSpPr>
              <p:nvPr/>
            </p:nvSpPr>
            <p:spPr bwMode="auto">
              <a:xfrm>
                <a:off x="6477000" y="3670300"/>
                <a:ext cx="304800" cy="152400"/>
              </a:xfrm>
              <a:custGeom>
                <a:avLst/>
                <a:gdLst>
                  <a:gd name="T0" fmla="*/ 2147483647 w 1230"/>
                  <a:gd name="T1" fmla="*/ 2147483647 h 400"/>
                  <a:gd name="T2" fmla="*/ 2147483647 w 1230"/>
                  <a:gd name="T3" fmla="*/ 2147483647 h 400"/>
                  <a:gd name="T4" fmla="*/ 2147483647 w 1230"/>
                  <a:gd name="T5" fmla="*/ 2147483647 h 400"/>
                  <a:gd name="T6" fmla="*/ 2147483647 w 1230"/>
                  <a:gd name="T7" fmla="*/ 2147483647 h 400"/>
                  <a:gd name="T8" fmla="*/ 2147483647 w 1230"/>
                  <a:gd name="T9" fmla="*/ 2147483647 h 400"/>
                  <a:gd name="T10" fmla="*/ 0 w 1230"/>
                  <a:gd name="T11" fmla="*/ 2147483647 h 400"/>
                  <a:gd name="T12" fmla="*/ 2147483647 w 1230"/>
                  <a:gd name="T13" fmla="*/ 2147483647 h 400"/>
                  <a:gd name="T14" fmla="*/ 2147483647 w 1230"/>
                  <a:gd name="T15" fmla="*/ 0 h 400"/>
                  <a:gd name="T16" fmla="*/ 2147483647 w 1230"/>
                  <a:gd name="T17" fmla="*/ 2147483647 h 400"/>
                  <a:gd name="T18" fmla="*/ 2147483647 w 1230"/>
                  <a:gd name="T19" fmla="*/ 2147483647 h 400"/>
                  <a:gd name="T20" fmla="*/ 2147483647 w 1230"/>
                  <a:gd name="T21" fmla="*/ 0 h 4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30"/>
                  <a:gd name="T34" fmla="*/ 0 h 400"/>
                  <a:gd name="T35" fmla="*/ 1230 w 1230"/>
                  <a:gd name="T36" fmla="*/ 400 h 4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30" h="400">
                    <a:moveTo>
                      <a:pt x="33" y="178"/>
                    </a:moveTo>
                    <a:lnTo>
                      <a:pt x="896" y="166"/>
                    </a:lnTo>
                    <a:cubicBezTo>
                      <a:pt x="914" y="166"/>
                      <a:pt x="930" y="181"/>
                      <a:pt x="930" y="199"/>
                    </a:cubicBezTo>
                    <a:cubicBezTo>
                      <a:pt x="930" y="217"/>
                      <a:pt x="915" y="233"/>
                      <a:pt x="897" y="233"/>
                    </a:cubicBezTo>
                    <a:lnTo>
                      <a:pt x="34" y="245"/>
                    </a:lnTo>
                    <a:cubicBezTo>
                      <a:pt x="15" y="245"/>
                      <a:pt x="0" y="230"/>
                      <a:pt x="0" y="212"/>
                    </a:cubicBezTo>
                    <a:cubicBezTo>
                      <a:pt x="0" y="194"/>
                      <a:pt x="14" y="178"/>
                      <a:pt x="33" y="178"/>
                    </a:cubicBezTo>
                    <a:close/>
                    <a:moveTo>
                      <a:pt x="827" y="0"/>
                    </a:moveTo>
                    <a:lnTo>
                      <a:pt x="1230" y="195"/>
                    </a:lnTo>
                    <a:lnTo>
                      <a:pt x="833" y="400"/>
                    </a:lnTo>
                    <a:lnTo>
                      <a:pt x="827" y="0"/>
                    </a:lnTo>
                    <a:close/>
                  </a:path>
                </a:pathLst>
              </a:custGeom>
              <a:solidFill>
                <a:srgbClr val="000000"/>
              </a:solidFill>
              <a:ln w="4763">
                <a:solidFill>
                  <a:srgbClr val="000000"/>
                </a:solidFill>
                <a:bevel/>
                <a:headEnd/>
                <a:tailEnd/>
              </a:ln>
            </p:spPr>
            <p:txBody>
              <a:bodyPr/>
              <a:lstStyle/>
              <a:p>
                <a:endParaRPr lang="ru-RU"/>
              </a:p>
            </p:txBody>
          </p:sp>
          <p:sp>
            <p:nvSpPr>
              <p:cNvPr id="38947" name="Freeform 34"/>
              <p:cNvSpPr>
                <a:spLocks noEditPoints="1"/>
              </p:cNvSpPr>
              <p:nvPr/>
            </p:nvSpPr>
            <p:spPr bwMode="auto">
              <a:xfrm>
                <a:off x="7696200" y="3657600"/>
                <a:ext cx="304800" cy="152400"/>
              </a:xfrm>
              <a:custGeom>
                <a:avLst/>
                <a:gdLst>
                  <a:gd name="T0" fmla="*/ 2147483647 w 1230"/>
                  <a:gd name="T1" fmla="*/ 2147483647 h 400"/>
                  <a:gd name="T2" fmla="*/ 2147483647 w 1230"/>
                  <a:gd name="T3" fmla="*/ 2147483647 h 400"/>
                  <a:gd name="T4" fmla="*/ 2147483647 w 1230"/>
                  <a:gd name="T5" fmla="*/ 2147483647 h 400"/>
                  <a:gd name="T6" fmla="*/ 2147483647 w 1230"/>
                  <a:gd name="T7" fmla="*/ 2147483647 h 400"/>
                  <a:gd name="T8" fmla="*/ 2147483647 w 1230"/>
                  <a:gd name="T9" fmla="*/ 2147483647 h 400"/>
                  <a:gd name="T10" fmla="*/ 0 w 1230"/>
                  <a:gd name="T11" fmla="*/ 2147483647 h 400"/>
                  <a:gd name="T12" fmla="*/ 2147483647 w 1230"/>
                  <a:gd name="T13" fmla="*/ 2147483647 h 400"/>
                  <a:gd name="T14" fmla="*/ 2147483647 w 1230"/>
                  <a:gd name="T15" fmla="*/ 0 h 400"/>
                  <a:gd name="T16" fmla="*/ 2147483647 w 1230"/>
                  <a:gd name="T17" fmla="*/ 2147483647 h 400"/>
                  <a:gd name="T18" fmla="*/ 2147483647 w 1230"/>
                  <a:gd name="T19" fmla="*/ 2147483647 h 400"/>
                  <a:gd name="T20" fmla="*/ 2147483647 w 1230"/>
                  <a:gd name="T21" fmla="*/ 0 h 4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30"/>
                  <a:gd name="T34" fmla="*/ 0 h 400"/>
                  <a:gd name="T35" fmla="*/ 1230 w 1230"/>
                  <a:gd name="T36" fmla="*/ 400 h 4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30" h="400">
                    <a:moveTo>
                      <a:pt x="33" y="178"/>
                    </a:moveTo>
                    <a:lnTo>
                      <a:pt x="896" y="166"/>
                    </a:lnTo>
                    <a:cubicBezTo>
                      <a:pt x="914" y="166"/>
                      <a:pt x="930" y="181"/>
                      <a:pt x="930" y="199"/>
                    </a:cubicBezTo>
                    <a:cubicBezTo>
                      <a:pt x="930" y="217"/>
                      <a:pt x="915" y="233"/>
                      <a:pt x="897" y="233"/>
                    </a:cubicBezTo>
                    <a:lnTo>
                      <a:pt x="34" y="245"/>
                    </a:lnTo>
                    <a:cubicBezTo>
                      <a:pt x="15" y="245"/>
                      <a:pt x="0" y="230"/>
                      <a:pt x="0" y="212"/>
                    </a:cubicBezTo>
                    <a:cubicBezTo>
                      <a:pt x="0" y="194"/>
                      <a:pt x="14" y="178"/>
                      <a:pt x="33" y="178"/>
                    </a:cubicBezTo>
                    <a:close/>
                    <a:moveTo>
                      <a:pt x="827" y="0"/>
                    </a:moveTo>
                    <a:lnTo>
                      <a:pt x="1230" y="195"/>
                    </a:lnTo>
                    <a:lnTo>
                      <a:pt x="833" y="400"/>
                    </a:lnTo>
                    <a:lnTo>
                      <a:pt x="827" y="0"/>
                    </a:lnTo>
                    <a:close/>
                  </a:path>
                </a:pathLst>
              </a:custGeom>
              <a:solidFill>
                <a:srgbClr val="000000"/>
              </a:solidFill>
              <a:ln w="4763">
                <a:solidFill>
                  <a:srgbClr val="000000"/>
                </a:solidFill>
                <a:bevel/>
                <a:headEnd/>
                <a:tailEnd/>
              </a:ln>
            </p:spPr>
            <p:txBody>
              <a:bodyPr/>
              <a:lstStyle/>
              <a:p>
                <a:endParaRPr lang="ru-RU"/>
              </a:p>
            </p:txBody>
          </p:sp>
        </p:grpSp>
        <p:sp>
          <p:nvSpPr>
            <p:cNvPr id="38922" name="Rectangle 16"/>
            <p:cNvSpPr>
              <a:spLocks noChangeArrowheads="1"/>
            </p:cNvSpPr>
            <p:nvPr/>
          </p:nvSpPr>
          <p:spPr bwMode="auto">
            <a:xfrm>
              <a:off x="3452648" y="2514600"/>
              <a:ext cx="2643602" cy="328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rgbClr val="FF0000"/>
                </a:buClr>
                <a:buFont typeface="Arial" charset="0"/>
                <a:buChar char="•"/>
                <a:defRPr sz="2000">
                  <a:solidFill>
                    <a:srgbClr val="3C3C3C"/>
                  </a:solidFill>
                  <a:latin typeface="Verdana" pitchFamily="34" charset="0"/>
                </a:defRPr>
              </a:lvl1pPr>
              <a:lvl2pPr marL="742950" indent="-285750" eaLnBrk="0" hangingPunct="0">
                <a:spcBef>
                  <a:spcPct val="20000"/>
                </a:spcBef>
                <a:buClr>
                  <a:srgbClr val="FF0000"/>
                </a:buClr>
                <a:buFont typeface="Verdana" pitchFamily="34" charset="0"/>
                <a:buChar char="-"/>
                <a:defRPr>
                  <a:solidFill>
                    <a:srgbClr val="3C3C3C"/>
                  </a:solidFill>
                  <a:latin typeface="Verdana" pitchFamily="34" charset="0"/>
                </a:defRPr>
              </a:lvl2pPr>
              <a:lvl3pPr marL="1143000" indent="-228600" eaLnBrk="0" hangingPunct="0">
                <a:spcBef>
                  <a:spcPct val="20000"/>
                </a:spcBef>
                <a:buClr>
                  <a:srgbClr val="FF0000"/>
                </a:buClr>
                <a:buFont typeface="Courier New" pitchFamily="49" charset="0"/>
                <a:buChar char="o"/>
                <a:defRPr>
                  <a:solidFill>
                    <a:srgbClr val="3C3C3C"/>
                  </a:solidFill>
                  <a:latin typeface="Verdana" pitchFamily="34" charset="0"/>
                </a:defRPr>
              </a:lvl3pPr>
              <a:lvl4pPr marL="1600200" indent="-228600" eaLnBrk="0" hangingPunct="0">
                <a:spcBef>
                  <a:spcPct val="20000"/>
                </a:spcBef>
                <a:buClr>
                  <a:srgbClr val="FF0000"/>
                </a:buClr>
                <a:buFont typeface="Wingdings" pitchFamily="2" charset="2"/>
                <a:buChar char="§"/>
                <a:defRPr>
                  <a:solidFill>
                    <a:srgbClr val="3C3C3C"/>
                  </a:solidFill>
                  <a:latin typeface="Verdana" pitchFamily="34" charset="0"/>
                </a:defRPr>
              </a:lvl4pPr>
              <a:lvl5pPr marL="2057400" indent="-228600" eaLnBrk="0" hangingPunct="0">
                <a:spcBef>
                  <a:spcPct val="20000"/>
                </a:spcBef>
                <a:buClr>
                  <a:srgbClr val="FF0000"/>
                </a:buClr>
                <a:buFont typeface="Arial" charset="0"/>
                <a:buChar char="•"/>
                <a:defRPr>
                  <a:solidFill>
                    <a:srgbClr val="3C3C3C"/>
                  </a:solidFill>
                  <a:latin typeface="Verdana" pitchFamily="34" charset="0"/>
                </a:defRPr>
              </a:lvl5pPr>
              <a:lvl6pPr marL="25146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6pPr>
              <a:lvl7pPr marL="29718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7pPr>
              <a:lvl8pPr marL="34290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8pPr>
              <a:lvl9pPr marL="3886200" indent="-228600" eaLnBrk="0" fontAlgn="base" hangingPunct="0">
                <a:spcBef>
                  <a:spcPct val="20000"/>
                </a:spcBef>
                <a:spcAft>
                  <a:spcPct val="0"/>
                </a:spcAft>
                <a:buClr>
                  <a:srgbClr val="FF0000"/>
                </a:buClr>
                <a:buFont typeface="Arial" charset="0"/>
                <a:buChar char="•"/>
                <a:defRPr>
                  <a:solidFill>
                    <a:srgbClr val="3C3C3C"/>
                  </a:solidFill>
                  <a:latin typeface="Verdana" pitchFamily="34" charset="0"/>
                </a:defRPr>
              </a:lvl9pPr>
            </a:lstStyle>
            <a:p>
              <a:pPr eaLnBrk="1" hangingPunct="1">
                <a:spcBef>
                  <a:spcPct val="0"/>
                </a:spcBef>
                <a:buClrTx/>
                <a:buFontTx/>
                <a:buNone/>
              </a:pPr>
              <a:r>
                <a:rPr lang="en-US" altLang="ru-RU" sz="1600" b="1">
                  <a:solidFill>
                    <a:srgbClr val="000000"/>
                  </a:solidFill>
                </a:rPr>
                <a:t>Process Mapping Block</a:t>
              </a:r>
              <a:endParaRPr lang="en-US" altLang="ru-RU" sz="1000">
                <a:solidFill>
                  <a:schemeClr val="tx1"/>
                </a:solidFill>
              </a:endParaRPr>
            </a:p>
          </p:txBody>
        </p:sp>
      </p:gr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a:defRPr/>
            </a:pPr>
            <a:fld id="{9CABD5E7-7C8F-41F3-978E-57AB7672627A}" type="slidenum">
              <a:rPr lang="en-CA" smtClean="0"/>
              <a:pPr>
                <a:defRPr/>
              </a:pPr>
              <a:t>15</a:t>
            </a:fld>
            <a:endParaRPr lang="en-CA" dirty="0"/>
          </a:p>
        </p:txBody>
      </p:sp>
      <p:sp>
        <p:nvSpPr>
          <p:cNvPr id="6" name="Rectangle 2"/>
          <p:cNvSpPr>
            <a:spLocks noGrp="1" noChangeArrowheads="1"/>
          </p:cNvSpPr>
          <p:nvPr>
            <p:ph type="title"/>
          </p:nvPr>
        </p:nvSpPr>
        <p:spPr>
          <a:xfrm>
            <a:off x="304800" y="2038350"/>
            <a:ext cx="8839200" cy="857250"/>
          </a:xfrm>
        </p:spPr>
        <p:txBody>
          <a:bodyPr>
            <a:normAutofit fontScale="90000"/>
          </a:bodyPr>
          <a:lstStyle/>
          <a:p>
            <a:pPr algn="ctr">
              <a:defRPr/>
            </a:pPr>
            <a:r>
              <a:rPr lang="ru-RU" dirty="0" smtClean="0">
                <a:solidFill>
                  <a:srgbClr val="C00000"/>
                </a:solidFill>
              </a:rPr>
              <a:t>В ЧЕМ РАЗНИЦА МЕЖДУ КРИТИЧНЫМИ ЗАДАЧАМИ И ПРИОРИТЕТНЫМИ?</a:t>
            </a:r>
            <a:endParaRPr lang="en-US" dirty="0">
              <a:solidFill>
                <a:srgbClr val="C00000"/>
              </a:solidFill>
            </a:endParaRPr>
          </a:p>
        </p:txBody>
      </p:sp>
      <p:pic>
        <p:nvPicPr>
          <p:cNvPr id="7" name="Picture 2" descr="Related image"/>
          <p:cNvPicPr>
            <a:picLocks noChangeAspect="1" noChangeArrowheads="1"/>
          </p:cNvPicPr>
          <p:nvPr/>
        </p:nvPicPr>
        <p:blipFill>
          <a:blip r:embed="rId2" cstate="screen">
            <a:extLst>
              <a:ext uri="{28A0092B-C50C-407E-A947-70E740481C1C}">
                <a14:useLocalDpi xmlns:a14="http://schemas.microsoft.com/office/drawing/2010/main" val="0"/>
              </a:ext>
            </a:extLst>
          </a:blip>
          <a:srcRect/>
          <a:stretch>
            <a:fillRect/>
          </a:stretch>
        </p:blipFill>
        <p:spPr bwMode="auto">
          <a:xfrm>
            <a:off x="228286" y="111361"/>
            <a:ext cx="3188447" cy="149996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Related imag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78888" y="3729429"/>
            <a:ext cx="1368424" cy="1370529"/>
          </a:xfrm>
          <a:prstGeom prst="round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879958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7"/>
          <p:cNvPicPr>
            <a:picLocks noChangeAspect="1" noChangeArrowheads="1"/>
          </p:cNvPicPr>
          <p:nvPr/>
        </p:nvPicPr>
        <p:blipFill>
          <a:blip r:embed="rId3">
            <a:extLst>
              <a:ext uri="{28A0092B-C50C-407E-A947-70E740481C1C}">
                <a14:useLocalDpi xmlns:a14="http://schemas.microsoft.com/office/drawing/2010/main" val="0"/>
              </a:ext>
            </a:extLst>
          </a:blip>
          <a:srcRect l="1747"/>
          <a:stretch>
            <a:fillRect/>
          </a:stretch>
        </p:blipFill>
        <p:spPr bwMode="auto">
          <a:xfrm>
            <a:off x="252414" y="2375297"/>
            <a:ext cx="8639175"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2" name="Rectangle 2"/>
          <p:cNvSpPr>
            <a:spLocks noGrp="1" noChangeArrowheads="1"/>
          </p:cNvSpPr>
          <p:nvPr>
            <p:ph type="title"/>
          </p:nvPr>
        </p:nvSpPr>
        <p:spPr>
          <a:xfrm>
            <a:off x="787248" y="277049"/>
            <a:ext cx="8229600" cy="381000"/>
          </a:xfrm>
        </p:spPr>
        <p:txBody>
          <a:bodyPr>
            <a:normAutofit fontScale="90000"/>
          </a:bodyPr>
          <a:lstStyle/>
          <a:p>
            <a:pPr>
              <a:defRPr/>
            </a:pPr>
            <a:r>
              <a:rPr lang="ru-RU" dirty="0">
                <a:solidFill>
                  <a:srgbClr val="C00000"/>
                </a:solidFill>
              </a:rPr>
              <a:t>Определение критичных задач</a:t>
            </a:r>
            <a:endParaRPr lang="en-US" dirty="0">
              <a:solidFill>
                <a:srgbClr val="C00000"/>
              </a:solidFill>
            </a:endParaRPr>
          </a:p>
        </p:txBody>
      </p:sp>
      <p:sp>
        <p:nvSpPr>
          <p:cNvPr id="44036" name="Rectangle 3"/>
          <p:cNvSpPr>
            <a:spLocks noGrp="1" noChangeArrowheads="1"/>
          </p:cNvSpPr>
          <p:nvPr>
            <p:ph idx="1"/>
          </p:nvPr>
        </p:nvSpPr>
        <p:spPr>
          <a:xfrm>
            <a:off x="244476" y="803620"/>
            <a:ext cx="8647113" cy="1188244"/>
          </a:xfrm>
        </p:spPr>
        <p:txBody>
          <a:bodyPr/>
          <a:lstStyle/>
          <a:p>
            <a:pPr algn="just" eaLnBrk="1" hangingPunct="1">
              <a:spcBef>
                <a:spcPts val="1200"/>
              </a:spcBef>
              <a:buFontTx/>
              <a:buChar char="•"/>
            </a:pPr>
            <a:r>
              <a:rPr lang="ru-RU" altLang="ru-RU" sz="1600" dirty="0" smtClean="0"/>
              <a:t>После разложения уровня Активности на задачи необходимо определить узкие места, где наблюдаются те или иные потери (материалов, сырья и </a:t>
            </a:r>
            <a:r>
              <a:rPr lang="ru-RU" altLang="ru-RU" sz="1600" dirty="0" err="1" smtClean="0"/>
              <a:t>тд</a:t>
            </a:r>
            <a:r>
              <a:rPr lang="ru-RU" altLang="ru-RU" sz="1600" dirty="0" smtClean="0"/>
              <a:t>). Те самые узкие места называются критичными </a:t>
            </a:r>
          </a:p>
          <a:p>
            <a:pPr algn="just" eaLnBrk="1" hangingPunct="1">
              <a:spcBef>
                <a:spcPts val="1200"/>
              </a:spcBef>
              <a:buFontTx/>
              <a:buChar char="•"/>
            </a:pPr>
            <a:r>
              <a:rPr lang="ru-RU" altLang="ru-RU" sz="1600" dirty="0" smtClean="0"/>
              <a:t>Кричные задачи должны быть представлены в виде стандартов в первую очередь,  потому что </a:t>
            </a:r>
            <a:r>
              <a:rPr lang="en-GB" altLang="ru-RU" sz="1600" dirty="0" smtClean="0"/>
              <a:t> </a:t>
            </a:r>
            <a:r>
              <a:rPr lang="ru-RU" altLang="ru-RU" sz="1600" dirty="0" smtClean="0"/>
              <a:t>они оказывают сильное влияние на характеристики результата процесса с точки зрения клиента</a:t>
            </a:r>
            <a:endParaRPr lang="en-GB" altLang="ru-RU" sz="1600" dirty="0" smtClean="0"/>
          </a:p>
        </p:txBody>
      </p:sp>
      <p:sp>
        <p:nvSpPr>
          <p:cNvPr id="36" name="Rectangle 35"/>
          <p:cNvSpPr/>
          <p:nvPr/>
        </p:nvSpPr>
        <p:spPr>
          <a:xfrm>
            <a:off x="252413" y="4238459"/>
            <a:ext cx="8639175" cy="830997"/>
          </a:xfrm>
          <a:prstGeom prst="rect">
            <a:avLst/>
          </a:prstGeom>
          <a:solidFill>
            <a:srgbClr val="00206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anchor="ctr">
            <a:spAutoFit/>
          </a:bodyPr>
          <a:lstStyle/>
          <a:p>
            <a:pPr algn="ctr" eaLnBrk="0" hangingPunct="0">
              <a:spcBef>
                <a:spcPts val="1200"/>
              </a:spcBef>
              <a:buClr>
                <a:srgbClr val="FF0000"/>
              </a:buClr>
              <a:defRPr/>
            </a:pPr>
            <a:r>
              <a:rPr lang="ru-RU" sz="1600" b="1" kern="0" dirty="0">
                <a:solidFill>
                  <a:schemeClr val="bg1"/>
                </a:solidFill>
                <a:latin typeface="Verdana"/>
              </a:rPr>
              <a:t>Критичные задачи являются основой для управления технологическими процессами (определение стандартов и технологических измерений)</a:t>
            </a:r>
            <a:endParaRPr lang="en-US" sz="1600" b="1" kern="0" dirty="0">
              <a:solidFill>
                <a:schemeClr val="bg1"/>
              </a:solidFill>
              <a:latin typeface="Verdana"/>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a:xfrm>
            <a:off x="824891" y="157162"/>
            <a:ext cx="7993432" cy="857250"/>
          </a:xfrm>
        </p:spPr>
        <p:txBody>
          <a:bodyPr>
            <a:normAutofit fontScale="90000"/>
          </a:bodyPr>
          <a:lstStyle/>
          <a:p>
            <a:pPr>
              <a:defRPr/>
            </a:pPr>
            <a:r>
              <a:rPr lang="ru-RU" dirty="0">
                <a:solidFill>
                  <a:srgbClr val="C00000"/>
                </a:solidFill>
              </a:rPr>
              <a:t>Как определить критичные активности и задачи?</a:t>
            </a:r>
            <a:endParaRPr lang="en-US" dirty="0">
              <a:solidFill>
                <a:srgbClr val="C00000"/>
              </a:solidFill>
            </a:endParaRPr>
          </a:p>
        </p:txBody>
      </p:sp>
      <p:pic>
        <p:nvPicPr>
          <p:cNvPr id="46085" name="Picture 17"/>
          <p:cNvPicPr>
            <a:picLocks noChangeAspect="1" noChangeArrowheads="1"/>
          </p:cNvPicPr>
          <p:nvPr/>
        </p:nvPicPr>
        <p:blipFill>
          <a:blip r:embed="rId3">
            <a:extLst>
              <a:ext uri="{28A0092B-C50C-407E-A947-70E740481C1C}">
                <a14:useLocalDpi xmlns:a14="http://schemas.microsoft.com/office/drawing/2010/main" val="0"/>
              </a:ext>
            </a:extLst>
          </a:blip>
          <a:srcRect r="15782"/>
          <a:stretch>
            <a:fillRect/>
          </a:stretch>
        </p:blipFill>
        <p:spPr bwMode="auto">
          <a:xfrm>
            <a:off x="6350" y="1014412"/>
            <a:ext cx="9137650" cy="354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F4D71"/>
                  </a:outerShdw>
                </a:effectLst>
              </a14:hiddenEffects>
            </a:ext>
          </a:extLst>
        </p:spPr>
      </p:pic>
      <p:sp>
        <p:nvSpPr>
          <p:cNvPr id="6" name="Rectangle 5"/>
          <p:cNvSpPr/>
          <p:nvPr/>
        </p:nvSpPr>
        <p:spPr>
          <a:xfrm>
            <a:off x="255587" y="3443253"/>
            <a:ext cx="8639175" cy="1477328"/>
          </a:xfrm>
          <a:prstGeom prst="rect">
            <a:avLst/>
          </a:prstGeom>
          <a:solidFill>
            <a:srgbClr val="00206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anchor="ctr">
            <a:spAutoFit/>
          </a:bodyPr>
          <a:lstStyle/>
          <a:p>
            <a:pPr algn="ctr" eaLnBrk="0" hangingPunct="0">
              <a:spcBef>
                <a:spcPts val="1200"/>
              </a:spcBef>
              <a:buClr>
                <a:srgbClr val="FF0000"/>
              </a:buClr>
              <a:defRPr/>
            </a:pPr>
            <a:r>
              <a:rPr lang="ru-RU" sz="1600" b="1" kern="0" dirty="0" smtClean="0">
                <a:solidFill>
                  <a:schemeClr val="bg1"/>
                </a:solidFill>
                <a:latin typeface="Verdana"/>
              </a:rPr>
              <a:t>На каждом уровне Карт Процессов должны быть матрицы критичности. Для высоких оценок обязательно пишутся комментарии.</a:t>
            </a:r>
          </a:p>
          <a:p>
            <a:pPr algn="ctr" eaLnBrk="0" hangingPunct="0">
              <a:spcBef>
                <a:spcPts val="1200"/>
              </a:spcBef>
              <a:buClr>
                <a:srgbClr val="FF0000"/>
              </a:buClr>
              <a:defRPr/>
            </a:pPr>
            <a:r>
              <a:rPr lang="ru-RU" sz="1600" b="1" kern="0" dirty="0" smtClean="0">
                <a:solidFill>
                  <a:schemeClr val="bg1"/>
                </a:solidFill>
                <a:latin typeface="Verdana"/>
              </a:rPr>
              <a:t>Для уровня 2 – Процессы применима та же матрица критичности, что и в Описании Бизнеса. Но! При условии, что к продукту применим один процесс</a:t>
            </a:r>
            <a:endParaRPr lang="en-US" sz="1600" b="1" kern="0" dirty="0">
              <a:solidFill>
                <a:schemeClr val="bg1"/>
              </a:solidFill>
              <a:latin typeface="Verdana"/>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3"/>
          <p:cNvPicPr>
            <a:picLocks noChangeAspect="1"/>
          </p:cNvPicPr>
          <p:nvPr/>
        </p:nvPicPr>
        <p:blipFill>
          <a:blip r:embed="rId3">
            <a:extLst>
              <a:ext uri="{28A0092B-C50C-407E-A947-70E740481C1C}">
                <a14:useLocalDpi xmlns:a14="http://schemas.microsoft.com/office/drawing/2010/main" val="0"/>
              </a:ext>
            </a:extLst>
          </a:blip>
          <a:srcRect l="1221" t="28215" r="20682" b="11882"/>
          <a:stretch>
            <a:fillRect/>
          </a:stretch>
        </p:blipFill>
        <p:spPr bwMode="auto">
          <a:xfrm>
            <a:off x="361105" y="901871"/>
            <a:ext cx="8246421" cy="2970605"/>
          </a:xfrm>
          <a:prstGeom prst="rect">
            <a:avLst/>
          </a:prstGeom>
          <a:noFill/>
          <a:ln w="9525">
            <a:solidFill>
              <a:srgbClr val="C00000"/>
            </a:solidFill>
            <a:miter lim="800000"/>
            <a:headEnd/>
            <a:tailEnd/>
          </a:ln>
          <a:extLst>
            <a:ext uri="{909E8E84-426E-40DD-AFC4-6F175D3DCCD1}">
              <a14:hiddenFill xmlns:a14="http://schemas.microsoft.com/office/drawing/2010/main">
                <a:solidFill>
                  <a:srgbClr val="FFFFFF"/>
                </a:solidFill>
              </a14:hiddenFill>
            </a:ext>
          </a:extLst>
        </p:spPr>
      </p:pic>
      <p:sp>
        <p:nvSpPr>
          <p:cNvPr id="5" name="Rectangle 2"/>
          <p:cNvSpPr txBox="1">
            <a:spLocks noChangeArrowheads="1"/>
          </p:cNvSpPr>
          <p:nvPr/>
        </p:nvSpPr>
        <p:spPr>
          <a:xfrm>
            <a:off x="914400" y="118800"/>
            <a:ext cx="8229600" cy="783073"/>
          </a:xfrm>
          <a:prstGeom prst="rect">
            <a:avLst/>
          </a:prstGeom>
        </p:spPr>
        <p:txBody>
          <a:bodyPr vert="horz" lIns="0" tIns="0" rIns="0" bIns="0" rtlCol="0" anchor="ctr">
            <a:normAutofit fontScale="90000" lnSpcReduction="10000"/>
          </a:bodyPr>
          <a:lstStyle>
            <a:lvl1pPr defTabSz="685800" eaLnBrk="1" latinLnBrk="0" hangingPunct="1">
              <a:lnSpc>
                <a:spcPct val="90000"/>
              </a:lnSpc>
              <a:buNone/>
              <a:defRPr lang="en-US" sz="3200" b="1" baseline="0" dirty="0">
                <a:solidFill>
                  <a:srgbClr val="C00000"/>
                </a:solidFill>
                <a:latin typeface="AB InBev Headlines" pitchFamily="50" charset="0"/>
                <a:ea typeface="+mj-ea"/>
                <a:cs typeface="+mj-cs"/>
              </a:defRPr>
            </a:lvl1pPr>
          </a:lstStyle>
          <a:p>
            <a:r>
              <a:rPr lang="ru-RU" dirty="0"/>
              <a:t>Пример блок-схемы Карты Процессов </a:t>
            </a:r>
            <a:r>
              <a:rPr lang="ru-RU" dirty="0" smtClean="0"/>
              <a:t>Уровень </a:t>
            </a:r>
            <a:r>
              <a:rPr lang="ru-RU" dirty="0"/>
              <a:t>4</a:t>
            </a:r>
            <a:endParaRPr lang="en-US" dirty="0"/>
          </a:p>
        </p:txBody>
      </p:sp>
      <p:pic>
        <p:nvPicPr>
          <p:cNvPr id="9625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7176" y="3787821"/>
            <a:ext cx="7149141" cy="13470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35E32D48-E1EF-43B0-94F0-0C14DE255E9B}" type="slidenum">
              <a:rPr lang="en-CA" smtClean="0"/>
              <a:pPr>
                <a:defRPr/>
              </a:pPr>
              <a:t>19</a:t>
            </a:fld>
            <a:endParaRPr lang="en-CA" dirty="0"/>
          </a:p>
        </p:txBody>
      </p:sp>
      <p:pic>
        <p:nvPicPr>
          <p:cNvPr id="942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62597" y="120824"/>
            <a:ext cx="3026144" cy="4855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95772"/>
            <a:ext cx="2286000" cy="14387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4211"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r="4713"/>
          <a:stretch/>
        </p:blipFill>
        <p:spPr bwMode="auto">
          <a:xfrm>
            <a:off x="-3" y="1480632"/>
            <a:ext cx="6062600" cy="33895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2463377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35E32D48-E1EF-43B0-94F0-0C14DE255E9B}" type="slidenum">
              <a:rPr lang="en-CA" smtClean="0"/>
              <a:pPr>
                <a:defRPr/>
              </a:pPr>
              <a:t>20</a:t>
            </a:fld>
            <a:endParaRPr lang="en-CA"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5772"/>
            <a:ext cx="2286000" cy="14387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52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7426" y="163100"/>
            <a:ext cx="7026574" cy="22086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p:cNvPicPr/>
          <p:nvPr/>
        </p:nvPicPr>
        <p:blipFill>
          <a:blip r:embed="rId4"/>
          <a:stretch>
            <a:fillRect/>
          </a:stretch>
        </p:blipFill>
        <p:spPr>
          <a:xfrm>
            <a:off x="309119" y="2317297"/>
            <a:ext cx="8559308" cy="2826203"/>
          </a:xfrm>
          <a:prstGeom prst="rect">
            <a:avLst/>
          </a:prstGeom>
        </p:spPr>
      </p:pic>
    </p:spTree>
    <p:extLst>
      <p:ext uri="{BB962C8B-B14F-4D97-AF65-F5344CB8AC3E}">
        <p14:creationId xmlns:p14="http://schemas.microsoft.com/office/powerpoint/2010/main" val="50377879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Content Placeholder 2"/>
          <p:cNvSpPr>
            <a:spLocks noGrp="1"/>
          </p:cNvSpPr>
          <p:nvPr>
            <p:ph idx="1"/>
          </p:nvPr>
        </p:nvSpPr>
        <p:spPr>
          <a:xfrm>
            <a:off x="4019202" y="290139"/>
            <a:ext cx="4464050" cy="3253979"/>
          </a:xfrm>
        </p:spPr>
        <p:txBody>
          <a:bodyPr/>
          <a:lstStyle/>
          <a:p>
            <a:pPr marL="0" indent="0" algn="just" eaLnBrk="1" hangingPunct="1">
              <a:buFontTx/>
              <a:buChar char="•"/>
            </a:pPr>
            <a:r>
              <a:rPr lang="en-US" altLang="ru-RU" dirty="0" smtClean="0"/>
              <a:t> </a:t>
            </a:r>
            <a:r>
              <a:rPr lang="ru-RU" altLang="ru-RU" dirty="0" smtClean="0"/>
              <a:t>В ходе упражнения создание «Описания бизнеса» команды определили КРИТИЧНЫЕ ПРОДУКТЫ</a:t>
            </a:r>
          </a:p>
          <a:p>
            <a:pPr marL="0" indent="0" algn="just" eaLnBrk="1" hangingPunct="1">
              <a:buFontTx/>
              <a:buChar char="•"/>
            </a:pPr>
            <a:r>
              <a:rPr lang="ru-RU" altLang="ru-RU" dirty="0" smtClean="0"/>
              <a:t>  Для дальнейшей стандартизации работы Вам необходимо создать Карту Процессов по критичным продуктам  до уровня 3</a:t>
            </a:r>
          </a:p>
          <a:p>
            <a:pPr algn="just">
              <a:buFontTx/>
              <a:buChar char="•"/>
            </a:pPr>
            <a:r>
              <a:rPr lang="ru-RU" altLang="ru-RU" dirty="0"/>
              <a:t>Затем осуществите оценку критичности на уровне активностей, и постройте уровень задач для критичной активности и затем определите непосредственно сами критичные задачи</a:t>
            </a:r>
            <a:endParaRPr lang="en-US" altLang="ru-RU" dirty="0"/>
          </a:p>
          <a:p>
            <a:pPr marL="0" indent="0" algn="just" eaLnBrk="1" hangingPunct="1">
              <a:buFontTx/>
              <a:buChar char="•"/>
            </a:pPr>
            <a:endParaRPr lang="en-US" altLang="ru-RU" dirty="0" smtClean="0"/>
          </a:p>
        </p:txBody>
      </p:sp>
      <p:pic>
        <p:nvPicPr>
          <p:cNvPr id="47107" name="Picture 2" descr="http://www.upmagazine.com/files/Chip-Truck_2.jpg"/>
          <p:cNvPicPr>
            <a:picLocks noChangeAspect="1" noChangeArrowheads="1"/>
          </p:cNvPicPr>
          <p:nvPr/>
        </p:nvPicPr>
        <p:blipFill>
          <a:blip r:embed="rId2">
            <a:extLst>
              <a:ext uri="{28A0092B-C50C-407E-A947-70E740481C1C}">
                <a14:useLocalDpi xmlns:a14="http://schemas.microsoft.com/office/drawing/2010/main" val="0"/>
              </a:ext>
            </a:extLst>
          </a:blip>
          <a:srcRect l="14000"/>
          <a:stretch>
            <a:fillRect/>
          </a:stretch>
        </p:blipFill>
        <p:spPr bwMode="auto">
          <a:xfrm>
            <a:off x="381000" y="290139"/>
            <a:ext cx="3276600"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descr="Related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2660" y="2662359"/>
            <a:ext cx="1732830" cy="23002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PRESENTER_DUMMYTAG" val="&lt;DummyForForceWrite&gt;&lt;/DummyForForceWrite&gt;"/>
  <p:tag name="HTML_SHAPEINFO" val="&lt;ThreeDShapeInfo&gt;&lt;uuid val=&quot;{7585522D-C36C-4FE5-9070-118784352731}&quot;/&gt;&lt;isInvalidForFieldText val=&quot;0&quot;/&gt;&lt;Image&gt;&lt;filename val=&quot;C:\Users\yjn0177\AppData\Local\Temp\CP8596784296399Session\CPTrustFolder8596784296414\PPTImport8596784791827\data\asimages\{7585522D-C36C-4FE5-9070-118784352731}_1.png&quot;/&gt;&lt;left val=&quot;60&quot;/&gt;&lt;top val=&quot;422&quot;/&gt;&lt;width val=&quot;829&quot;/&gt;&lt;height val=&quot;191&quot;/&gt;&lt;hasText val=&quot;1&quot;/&gt;&lt;/Image&gt;&lt;/ThreeDShapeInfo&gt;"/>
</p:tagLst>
</file>

<file path=ppt/tags/tag2.xml><?xml version="1.0" encoding="utf-8"?>
<p:tagLst xmlns:a="http://schemas.openxmlformats.org/drawingml/2006/main" xmlns:r="http://schemas.openxmlformats.org/officeDocument/2006/relationships" xmlns:p="http://schemas.openxmlformats.org/presentationml/2006/main">
  <p:tag name="PRESENTER_DUMMYTAG" val="&lt;DummyForForceWrite&gt;&lt;/DummyForForceWrite&gt;"/>
  <p:tag name="HTML_SHAPEINFO" val="&lt;ThreeDShapeInfo&gt;&lt;uuid val=&quot;{7585522D-C36C-4FE5-9070-118784352731}&quot;/&gt;&lt;isInvalidForFieldText val=&quot;0&quot;/&gt;&lt;Image&gt;&lt;filename val=&quot;C:\Users\yjn0177\AppData\Local\Temp\CP8596784296399Session\CPTrustFolder8596784296414\PPTImport8596784791827\data\asimages\{7585522D-C36C-4FE5-9070-118784352731}_1.png&quot;/&gt;&lt;left val=&quot;60&quot;/&gt;&lt;top val=&quot;422&quot;/&gt;&lt;width val=&quot;829&quot;/&gt;&lt;height val=&quot;191&quot;/&gt;&lt;hasText val=&quot;1&quot;/&gt;&lt;/Image&gt;&lt;/ThreeDShapeInfo&gt;"/>
</p:tagLst>
</file>

<file path=ppt/tags/tag3.xml><?xml version="1.0" encoding="utf-8"?>
<p:tagLst xmlns:a="http://schemas.openxmlformats.org/drawingml/2006/main" xmlns:r="http://schemas.openxmlformats.org/officeDocument/2006/relationships" xmlns:p="http://schemas.openxmlformats.org/presentationml/2006/main">
  <p:tag name="PRESENTER_DUMMYTAG" val="&lt;DummyForForceWrite&gt;&lt;/DummyForForceWrite&gt;"/>
  <p:tag name="PRESENTER_SHAPEINFO" val="&lt;ThreeDShapeInfo&gt;&lt;uuid val=&quot;{C2255220-FD70-4B75-8D08-851C5533757A}&quot;/&gt;&lt;isInvalidForFieldText val=&quot;0&quot;/&gt;&lt;Image&gt;&lt;filename val=&quot;C:\Documents and Settings\y243903\Local Settings\Temp\CP28404728796Session\CPTrustFolder28404728812\PPTImport28404838687\data\asimages\{C2255220-FD70-4B75-8D08-851C5533757A}_1.png&quot;/&gt;&lt;left val=&quot;36&quot;/&gt;&lt;top val=&quot;264&quot;/&gt;&lt;width val=&quot;627&quot;/&gt;&lt;height val=&quot;55&quot;/&gt;&lt;hasText val=&quot;1&quot;/&gt;&lt;/Image&gt;&lt;/ThreeDShapeInfo&gt;"/>
</p:tagLst>
</file>

<file path=ppt/theme/theme1.xml><?xml version="1.0" encoding="utf-8"?>
<a:theme xmlns:a="http://schemas.openxmlformats.org/drawingml/2006/main" name="Celerant PPT Template">
  <a:themeElements>
    <a:clrScheme name="Celerant PPT Template 2">
      <a:dk1>
        <a:srgbClr val="000000"/>
      </a:dk1>
      <a:lt1>
        <a:srgbClr val="FFFFFF"/>
      </a:lt1>
      <a:dk2>
        <a:srgbClr val="FF0000"/>
      </a:dk2>
      <a:lt2>
        <a:srgbClr val="4B4B4B"/>
      </a:lt2>
      <a:accent1>
        <a:srgbClr val="FF0200"/>
      </a:accent1>
      <a:accent2>
        <a:srgbClr val="646464"/>
      </a:accent2>
      <a:accent3>
        <a:srgbClr val="FFFFFF"/>
      </a:accent3>
      <a:accent4>
        <a:srgbClr val="000000"/>
      </a:accent4>
      <a:accent5>
        <a:srgbClr val="FFAAAA"/>
      </a:accent5>
      <a:accent6>
        <a:srgbClr val="5A5A5A"/>
      </a:accent6>
      <a:hlink>
        <a:srgbClr val="0000FF"/>
      </a:hlink>
      <a:folHlink>
        <a:srgbClr val="0000FF"/>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36576" tIns="36576" rIns="36576" bIns="36576" numCol="1" anchor="ctr" anchorCtr="0" compatLnSpc="1">
        <a:prstTxWarp prst="textNoShape">
          <a:avLst/>
        </a:prstTxWarp>
      </a:bodyPr>
      <a:lstStyle>
        <a:defPPr marL="0" marR="0" indent="0" algn="l" defTabSz="914400" rtl="0" eaLnBrk="0" fontAlgn="base" latinLnBrk="0" hangingPunct="0">
          <a:lnSpc>
            <a:spcPct val="100000"/>
          </a:lnSpc>
          <a:spcBef>
            <a:spcPct val="20000"/>
          </a:spcBef>
          <a:spcAft>
            <a:spcPct val="0"/>
          </a:spcAft>
          <a:buClr>
            <a:srgbClr val="ED7A00"/>
          </a:buClr>
          <a:buSzPct val="80000"/>
          <a:buFont typeface="Times New Roman" pitchFamily="18" charset="0"/>
          <a:buNone/>
          <a:tabLst/>
          <a:defRPr kumimoji="0" lang="en-US" sz="1200" b="0" i="0" u="none" strike="noStrike" cap="none" normalizeH="0" baseline="0" smtClean="0">
            <a:ln>
              <a:noFill/>
            </a:ln>
            <a:solidFill>
              <a:srgbClr val="0C2577"/>
            </a:solidFill>
            <a:effectLst/>
            <a:latin typeface="Microsoft Sans Serif"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36576" tIns="36576" rIns="36576" bIns="36576" numCol="1" anchor="ctr" anchorCtr="0" compatLnSpc="1">
        <a:prstTxWarp prst="textNoShape">
          <a:avLst/>
        </a:prstTxWarp>
      </a:bodyPr>
      <a:lstStyle>
        <a:defPPr marL="0" marR="0" indent="0" algn="l" defTabSz="914400" rtl="0" eaLnBrk="0" fontAlgn="base" latinLnBrk="0" hangingPunct="0">
          <a:lnSpc>
            <a:spcPct val="100000"/>
          </a:lnSpc>
          <a:spcBef>
            <a:spcPct val="20000"/>
          </a:spcBef>
          <a:spcAft>
            <a:spcPct val="0"/>
          </a:spcAft>
          <a:buClr>
            <a:srgbClr val="ED7A00"/>
          </a:buClr>
          <a:buSzPct val="80000"/>
          <a:buFont typeface="Times New Roman" pitchFamily="18" charset="0"/>
          <a:buNone/>
          <a:tabLst/>
          <a:defRPr kumimoji="0" lang="en-US" sz="1200" b="0" i="0" u="none" strike="noStrike" cap="none" normalizeH="0" baseline="0" smtClean="0">
            <a:ln>
              <a:noFill/>
            </a:ln>
            <a:solidFill>
              <a:srgbClr val="0C2577"/>
            </a:solidFill>
            <a:effectLst/>
            <a:latin typeface="Microsoft Sans Serif" pitchFamily="34" charset="0"/>
          </a:defRPr>
        </a:defPPr>
      </a:lstStyle>
    </a:lnDef>
  </a:objectDefaults>
  <a:extraClrSchemeLst>
    <a:extraClrScheme>
      <a:clrScheme name="Celerant PPT Template 1">
        <a:dk1>
          <a:srgbClr val="0C2577"/>
        </a:dk1>
        <a:lt1>
          <a:srgbClr val="FFFFFF"/>
        </a:lt1>
        <a:dk2>
          <a:srgbClr val="0C2577"/>
        </a:dk2>
        <a:lt2>
          <a:srgbClr val="0A1F62"/>
        </a:lt2>
        <a:accent1>
          <a:srgbClr val="B3DB11"/>
        </a:accent1>
        <a:accent2>
          <a:srgbClr val="FFF200"/>
        </a:accent2>
        <a:accent3>
          <a:srgbClr val="FFFFFF"/>
        </a:accent3>
        <a:accent4>
          <a:srgbClr val="091E65"/>
        </a:accent4>
        <a:accent5>
          <a:srgbClr val="D6EAAA"/>
        </a:accent5>
        <a:accent6>
          <a:srgbClr val="E7DB00"/>
        </a:accent6>
        <a:hlink>
          <a:srgbClr val="00A0C6"/>
        </a:hlink>
        <a:folHlink>
          <a:srgbClr val="FF0000"/>
        </a:folHlink>
      </a:clrScheme>
      <a:clrMap bg1="lt1" tx1="dk1" bg2="lt2" tx2="dk2" accent1="accent1" accent2="accent2" accent3="accent3" accent4="accent4" accent5="accent5" accent6="accent6" hlink="hlink" folHlink="folHlink"/>
    </a:extraClrScheme>
    <a:extraClrScheme>
      <a:clrScheme name="Celerant PPT Template 1">
        <a:dk1>
          <a:srgbClr val="0C2577"/>
        </a:dk1>
        <a:lt1>
          <a:srgbClr val="FFFFFF"/>
        </a:lt1>
        <a:dk2>
          <a:srgbClr val="0C2577"/>
        </a:dk2>
        <a:lt2>
          <a:srgbClr val="0A1F62"/>
        </a:lt2>
        <a:accent1>
          <a:srgbClr val="B3DB11"/>
        </a:accent1>
        <a:accent2>
          <a:srgbClr val="FFF200"/>
        </a:accent2>
        <a:accent3>
          <a:srgbClr val="FFFFFF"/>
        </a:accent3>
        <a:accent4>
          <a:srgbClr val="091E65"/>
        </a:accent4>
        <a:accent5>
          <a:srgbClr val="D6EAAA"/>
        </a:accent5>
        <a:accent6>
          <a:srgbClr val="E7DB00"/>
        </a:accent6>
        <a:hlink>
          <a:srgbClr val="00A0C6"/>
        </a:hlink>
        <a:folHlink>
          <a:srgbClr val="FF0000"/>
        </a:folHlink>
      </a:clrScheme>
      <a:clrMap bg1="lt1" tx1="dk1" bg2="lt2" tx2="dk2" accent1="accent1" accent2="accent2" accent3="accent3" accent4="accent4" accent5="accent5" accent6="accent6" hlink="hlink" folHlink="folHlink"/>
    </a:extraClrScheme>
    <a:extraClrScheme>
      <a:clrScheme name="Celerant PPT Template 2">
        <a:dk1>
          <a:srgbClr val="000000"/>
        </a:dk1>
        <a:lt1>
          <a:srgbClr val="FFFFFF"/>
        </a:lt1>
        <a:dk2>
          <a:srgbClr val="FF0000"/>
        </a:dk2>
        <a:lt2>
          <a:srgbClr val="4B4B4B"/>
        </a:lt2>
        <a:accent1>
          <a:srgbClr val="FF0200"/>
        </a:accent1>
        <a:accent2>
          <a:srgbClr val="646464"/>
        </a:accent2>
        <a:accent3>
          <a:srgbClr val="FFFFFF"/>
        </a:accent3>
        <a:accent4>
          <a:srgbClr val="000000"/>
        </a:accent4>
        <a:accent5>
          <a:srgbClr val="FFAAAA"/>
        </a:accent5>
        <a:accent6>
          <a:srgbClr val="5A5A5A"/>
        </a:accent6>
        <a:hlink>
          <a:srgbClr val="0000FF"/>
        </a:hlink>
        <a:folHlink>
          <a:srgbClr val="0000FF"/>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ABBEF_PPTX_template_16x9_Finish">
  <a:themeElements>
    <a:clrScheme name="ABI">
      <a:dk1>
        <a:sysClr val="windowText" lastClr="000000"/>
      </a:dk1>
      <a:lt1>
        <a:sysClr val="window" lastClr="FFFFFF"/>
      </a:lt1>
      <a:dk2>
        <a:srgbClr val="C00000"/>
      </a:dk2>
      <a:lt2>
        <a:srgbClr val="45120F"/>
      </a:lt2>
      <a:accent1>
        <a:srgbClr val="F39C1F"/>
      </a:accent1>
      <a:accent2>
        <a:srgbClr val="DA5926"/>
      </a:accent2>
      <a:accent3>
        <a:srgbClr val="C33827"/>
      </a:accent3>
      <a:accent4>
        <a:srgbClr val="89231A"/>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1_Celerant PPT Template 2">
    <a:dk1>
      <a:srgbClr val="000000"/>
    </a:dk1>
    <a:lt1>
      <a:srgbClr val="FFFFFF"/>
    </a:lt1>
    <a:dk2>
      <a:srgbClr val="FF0000"/>
    </a:dk2>
    <a:lt2>
      <a:srgbClr val="4B4B4B"/>
    </a:lt2>
    <a:accent1>
      <a:srgbClr val="FF0200"/>
    </a:accent1>
    <a:accent2>
      <a:srgbClr val="646464"/>
    </a:accent2>
    <a:accent3>
      <a:srgbClr val="FFFFFF"/>
    </a:accent3>
    <a:accent4>
      <a:srgbClr val="000000"/>
    </a:accent4>
    <a:accent5>
      <a:srgbClr val="FFAAAA"/>
    </a:accent5>
    <a:accent6>
      <a:srgbClr val="5A5A5A"/>
    </a:accent6>
    <a:hlink>
      <a:srgbClr val="0000FF"/>
    </a:hlink>
    <a:folHlink>
      <a:srgbClr val="0000FF"/>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D52668E7141C3428DC020B74C245611" ma:contentTypeVersion="5" ma:contentTypeDescription="Create a new document." ma:contentTypeScope="" ma:versionID="533d6f80e446ec76e99f1eecc85b68c8">
  <xsd:schema xmlns:xsd="http://www.w3.org/2001/XMLSchema" xmlns:xs="http://www.w3.org/2001/XMLSchema" xmlns:p="http://schemas.microsoft.com/office/2006/metadata/properties" xmlns:ns2="5dff6ffd-f574-4935-84bc-6bda39d95b37" targetNamespace="http://schemas.microsoft.com/office/2006/metadata/properties" ma:root="true" ma:fieldsID="6316f427dc2de6549b0707278113f6e8" ns2:_="">
    <xsd:import namespace="5dff6ffd-f574-4935-84bc-6bda39d95b37"/>
    <xsd:element name="properties">
      <xsd:complexType>
        <xsd:sequence>
          <xsd:element name="documentManagement">
            <xsd:complexType>
              <xsd:all>
                <xsd:element ref="ns2:SharedWithUsers" minOccurs="0"/>
                <xsd:element ref="ns2:SharingHintHash" minOccurs="0"/>
                <xsd:element ref="ns2:SharedWithDetails" minOccurs="0"/>
                <xsd:element ref="ns2:LastSharedByUser" minOccurs="0"/>
                <xsd:element ref="ns2:LastSharedByTi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dff6ffd-f574-4935-84bc-6bda39d95b3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ingHintHash" ma:index="9" nillable="true" ma:displayName="Sharing Hint Hash" ma:internalName="SharingHintHash" ma:readOnly="true">
      <xsd:simpleType>
        <xsd:restriction base="dms:Text"/>
      </xsd:simpleType>
    </xsd:element>
    <xsd:element name="SharedWithDetails" ma:index="10" nillable="true" ma:displayName="Shared With Details" ma:internalName="SharedWithDetails" ma:readOnly="true">
      <xsd:simpleType>
        <xsd:restriction base="dms:Note">
          <xsd:maxLength value="255"/>
        </xsd:restriction>
      </xsd:simpleType>
    </xsd:element>
    <xsd:element name="LastSharedByUser" ma:index="11" nillable="true" ma:displayName="Last Shared By User" ma:description="" ma:internalName="LastSharedByUser" ma:readOnly="true">
      <xsd:simpleType>
        <xsd:restriction base="dms:Note">
          <xsd:maxLength value="255"/>
        </xsd:restriction>
      </xsd:simpleType>
    </xsd:element>
    <xsd:element name="LastSharedByTime" ma:index="12" nillable="true" ma:displayName="Last Shared By Time" ma:description=""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6B00570-7F19-469A-A85B-1545C1652B8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dff6ffd-f574-4935-84bc-6bda39d95b3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3DB593F-383B-4BF3-92C6-F3F10C1A37FE}">
  <ds:schemaRefs>
    <ds:schemaRef ds:uri="http://schemas.microsoft.com/sharepoint/v3/contenttype/forms"/>
  </ds:schemaRefs>
</ds:datastoreItem>
</file>

<file path=customXml/itemProps3.xml><?xml version="1.0" encoding="utf-8"?>
<ds:datastoreItem xmlns:ds="http://schemas.openxmlformats.org/officeDocument/2006/customXml" ds:itemID="{2376B916-1FF7-444B-9A0B-FFA5DED68A4C}">
  <ds:schemaRefs>
    <ds:schemaRef ds:uri="http://purl.org/dc/terms/"/>
    <ds:schemaRef ds:uri="http://purl.org/dc/elements/1.1/"/>
    <ds:schemaRef ds:uri="5dff6ffd-f574-4935-84bc-6bda39d95b37"/>
    <ds:schemaRef ds:uri="http://schemas.microsoft.com/office/2006/documentManagement/types"/>
    <ds:schemaRef ds:uri="http://schemas.microsoft.com/office/2006/metadata/properties"/>
    <ds:schemaRef ds:uri="http://purl.org/dc/dcmitype/"/>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6</TotalTime>
  <Words>2206</Words>
  <Application>Microsoft Office PowerPoint</Application>
  <PresentationFormat>Экран (16:9)</PresentationFormat>
  <Paragraphs>271</Paragraphs>
  <Slides>21</Slides>
  <Notes>11</Notes>
  <HiddenSlides>2</HiddenSlides>
  <MMClips>0</MMClips>
  <ScaleCrop>false</ScaleCrop>
  <HeadingPairs>
    <vt:vector size="8" baseType="variant">
      <vt:variant>
        <vt:lpstr>Использованные шрифты</vt:lpstr>
      </vt:variant>
      <vt:variant>
        <vt:i4>11</vt:i4>
      </vt:variant>
      <vt:variant>
        <vt:lpstr>Тема</vt:lpstr>
      </vt:variant>
      <vt:variant>
        <vt:i4>2</vt:i4>
      </vt:variant>
      <vt:variant>
        <vt:lpstr>Внедренные серверы OLE</vt:lpstr>
      </vt:variant>
      <vt:variant>
        <vt:i4>2</vt:i4>
      </vt:variant>
      <vt:variant>
        <vt:lpstr>Заголовки слайдов</vt:lpstr>
      </vt:variant>
      <vt:variant>
        <vt:i4>21</vt:i4>
      </vt:variant>
    </vt:vector>
  </HeadingPairs>
  <TitlesOfParts>
    <vt:vector size="36" baseType="lpstr">
      <vt:lpstr>MS PGothic</vt:lpstr>
      <vt:lpstr>AB InBev Headlines</vt:lpstr>
      <vt:lpstr>Arial</vt:lpstr>
      <vt:lpstr>Arial MT Pro Cyr</vt:lpstr>
      <vt:lpstr>Microsoft Sans Serif</vt:lpstr>
      <vt:lpstr>Monotype Sorts</vt:lpstr>
      <vt:lpstr>Tahoma</vt:lpstr>
      <vt:lpstr>Times</vt:lpstr>
      <vt:lpstr>Times New Roman</vt:lpstr>
      <vt:lpstr>Verdana</vt:lpstr>
      <vt:lpstr>Wingdings</vt:lpstr>
      <vt:lpstr>Celerant PPT Template</vt:lpstr>
      <vt:lpstr>ABBEF_PPTX_template_16x9_Finish</vt:lpstr>
      <vt:lpstr>Photo Editor Photo</vt:lpstr>
      <vt:lpstr>Презентация PowerPoint 97–2003</vt:lpstr>
      <vt:lpstr>Презентация PowerPoint</vt:lpstr>
      <vt:lpstr>Блок «Карты Процессов»</vt:lpstr>
      <vt:lpstr>Презентация PowerPoint</vt:lpstr>
      <vt:lpstr>Как Карты Процессов связаны с Описанием Бизнеса? </vt:lpstr>
      <vt:lpstr>Что представляет собой процесс? </vt:lpstr>
      <vt:lpstr>Что представляет собой Карта Процессов?</vt:lpstr>
      <vt:lpstr>Кто должен использовать Карты Процессов?</vt:lpstr>
      <vt:lpstr>КАКАЯ ПОЛЬЗА ОТ КАРТ ПРОЦЕССОВ?</vt:lpstr>
      <vt:lpstr>Презентация PowerPoint</vt:lpstr>
      <vt:lpstr>Презентация PowerPoint</vt:lpstr>
      <vt:lpstr>Презентация PowerPoint</vt:lpstr>
      <vt:lpstr>Структура Карт Процессов</vt:lpstr>
      <vt:lpstr>Как выглядит структура Карт Процессов?</vt:lpstr>
      <vt:lpstr>Какие процессы должны быть разложены в блок-схемы в первую очередь? </vt:lpstr>
      <vt:lpstr>В ЧЕМ РАЗНИЦА МЕЖДУ КРИТИЧНЫМИ ЗАДАЧАМИ И ПРИОРИТЕТНЫМИ?</vt:lpstr>
      <vt:lpstr>Определение критичных задач</vt:lpstr>
      <vt:lpstr>Как определить критичные активности и задачи?</vt:lpstr>
      <vt:lpstr>Презентация PowerPoint</vt:lpstr>
      <vt:lpstr>Презентация PowerPoint</vt:lpstr>
      <vt:lpstr>Презентация PowerPoint</vt:lpstr>
      <vt:lpstr>Презентация PowerPoint</vt:lpstr>
    </vt:vector>
  </TitlesOfParts>
  <Company>d-side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Process Mapping</dc:title>
  <dc:creator>Flavia</dc:creator>
  <cp:lastModifiedBy>Ilgiz Sitdikov</cp:lastModifiedBy>
  <cp:revision>2507</cp:revision>
  <cp:lastPrinted>2007-03-22T19:06:27Z</cp:lastPrinted>
  <dcterms:modified xsi:type="dcterms:W3CDTF">2018-07-10T19:05:29Z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0x0101008D52668E7141C3428DC020B74C245611</vt:lpwstr>
  </property>
</Properties>
</file>